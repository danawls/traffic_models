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8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96891A-9074-4C95-AB17-3EAE31378CA8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714520-8A8B-4D8C-9F65-40EEB856FC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673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E32E6-6E75-4018-A35B-2867DDC36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D0156E-8254-49C7-9599-2FDE9146E1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C33DF-0DE0-480A-BD6E-F8713663D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0598AE-8217-4BA3-A273-A9CC2BA0A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0E3AE0-804A-4518-81E1-E96F14B7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1740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416F-21A9-49BD-93A6-75095E84D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637CA-BA55-4E68-AF3D-14947E13C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A0BD6-A92A-4CD3-A851-E314CD18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3C673-A304-4293-BA55-7DC333D03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AD25D-161C-4459-83ED-24D460B02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01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F4C5C-F4E1-422B-AE0B-2EC2AC659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16467-A72E-444B-855A-B01362D74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82CDD-0160-466F-9D4E-F8FDDC4A4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354400-5BE9-4F11-9428-96E204532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528D7-FFE3-4522-9545-CF2272D0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29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39445-92C1-4874-81D7-DCC93C49A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657B8-5520-4E63-8A16-5DA7EF84F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C8D92-0ED9-465B-B0A0-FE24182F3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DD4AD-5C5D-4850-827F-59803DDA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F7F9E8-DD5D-48C9-82A9-0E9F14CC7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774A5-3C79-4BF7-8C3E-C7F47E97D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721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BEC88-46AB-4B90-AB60-D620F6E5E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3FA1B-4178-4BFD-91A9-F86740F39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CDF2C3-9235-47BB-AEFC-9C544418A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0D11B1-6A70-4785-9299-1A1039C886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999E3C-3B91-4107-8980-A8437C3CBB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EBCDA9-411E-4C58-B6C5-C93E5082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DF2529-6746-4E90-80EA-A6101D931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C9B2C4-A2CA-4D03-A6C2-506958E6B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371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B3999-2524-4BB4-9679-85384B30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AAD119-DEB0-4368-A7E9-4AB5CBF39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653D74-32FA-47C6-9680-2A65583E9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28337-7C1D-4605-9E67-209F6B87B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974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284569-24F4-474A-ABB7-FAC0A6891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B6A6F3-E781-4ABF-9DEB-7466664BC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A8528E-DEAF-4782-8D37-AA8E9E48C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96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3A97E-F16A-451A-963E-9A02223F4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220913-3E0C-44B9-8E7E-17EB2FC24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804E9D-93B2-425A-8975-912A6F69C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51807-49AD-4805-B763-28110595E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928E91-B8AC-4CE6-8D4F-1F3961615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E17E4-5959-417B-8359-53923FE29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979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34497-FE14-45E8-BF93-ADA7735F1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53E484-AA5F-40F4-96EA-D76355E8A4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15EFBB-4A9A-48FE-8330-7F21986176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1216C-BF64-4DC4-99B6-59A65C3BD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29F05-C3BA-41DE-9D5B-19E15EC07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47703-1DC1-474F-8B63-584C6AC3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8148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BA98-91FD-4511-ABD5-169DE7B4E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EC6A-BAD4-43EF-B9AB-579CCA30F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64E463-FD5A-420F-8496-D4CF616F2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051B1-2DA1-4849-9C5C-1193AAD46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9AC04-0C97-4951-A6A8-A71BDCAF3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050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83AE90-A100-48E3-A75A-8219D8B7E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D569BF-4CD0-49E6-B9FA-8B1F8BD5D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249A0F-2285-41EA-8231-A26AB825E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2423D-6360-4024-B7EC-8DB60AF9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D5687-B2D2-4DB5-AD12-545D8C07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6534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E85C64-20C4-471C-8B68-8C2D807E7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B84279-72B4-44E2-B5AE-68BBD05650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CCBC3-7D6E-492F-A6C8-CE57960B9A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36E0FC-5462-415A-8AFA-921EAF5D9EDD}" type="datetimeFigureOut">
              <a:rPr lang="ko-KR" altLang="en-US" smtClean="0"/>
              <a:t>2024-08-18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5DA72A-72CB-4AE6-A29C-E8308D1FCC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945CF-FE8E-426A-B1BC-E0C0024605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D44D3F-8C3A-47A6-85EB-0BBF15C322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654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04DB36-C67D-4A2E-BDBC-E78B0BBB1322}"/>
              </a:ext>
            </a:extLst>
          </p:cNvPr>
          <p:cNvSpPr txBox="1"/>
          <p:nvPr/>
        </p:nvSpPr>
        <p:spPr>
          <a:xfrm>
            <a:off x="220286" y="321825"/>
            <a:ext cx="5328459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연구 계획 수립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753A233-7847-4484-BB92-94E618064342}"/>
              </a:ext>
            </a:extLst>
          </p:cNvPr>
          <p:cNvSpPr txBox="1"/>
          <p:nvPr/>
        </p:nvSpPr>
        <p:spPr>
          <a:xfrm>
            <a:off x="220286" y="691157"/>
            <a:ext cx="532845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연구 배경 및 목적</a:t>
            </a:r>
            <a:endParaRPr lang="en-US" altLang="ko-K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연구 범위 및 방법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C1383-769B-428D-BFE7-1AD37077724D}"/>
              </a:ext>
            </a:extLst>
          </p:cNvPr>
          <p:cNvSpPr txBox="1"/>
          <p:nvPr/>
        </p:nvSpPr>
        <p:spPr>
          <a:xfrm>
            <a:off x="220285" y="2262782"/>
            <a:ext cx="5328459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기존연구 고찰</a:t>
            </a:r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FE87807A-7492-443E-9FE2-A2D7506DDF4C}"/>
              </a:ext>
            </a:extLst>
          </p:cNvPr>
          <p:cNvSpPr/>
          <p:nvPr/>
        </p:nvSpPr>
        <p:spPr>
          <a:xfrm>
            <a:off x="2589413" y="1477952"/>
            <a:ext cx="590204" cy="646331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93BD1B-5477-493A-9631-1671FED61D0A}"/>
              </a:ext>
            </a:extLst>
          </p:cNvPr>
          <p:cNvSpPr txBox="1"/>
          <p:nvPr/>
        </p:nvSpPr>
        <p:spPr>
          <a:xfrm>
            <a:off x="220284" y="2631910"/>
            <a:ext cx="532845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관련 이론 고찰</a:t>
            </a:r>
            <a:endParaRPr lang="en-US" altLang="ko-K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기존 연구 고찰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2EEC6D88-09C4-44DA-9085-78BAC99E20AA}"/>
              </a:ext>
            </a:extLst>
          </p:cNvPr>
          <p:cNvSpPr/>
          <p:nvPr/>
        </p:nvSpPr>
        <p:spPr>
          <a:xfrm>
            <a:off x="2589413" y="3416538"/>
            <a:ext cx="590204" cy="646331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97F3FEF-B170-40E5-8E2D-40A16E50598C}"/>
              </a:ext>
            </a:extLst>
          </p:cNvPr>
          <p:cNvSpPr txBox="1"/>
          <p:nvPr/>
        </p:nvSpPr>
        <p:spPr>
          <a:xfrm>
            <a:off x="220283" y="4201368"/>
            <a:ext cx="5328459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데이터 구성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383EF5-321D-497D-9750-5EE756B8FDF3}"/>
              </a:ext>
            </a:extLst>
          </p:cNvPr>
          <p:cNvSpPr txBox="1"/>
          <p:nvPr/>
        </p:nvSpPr>
        <p:spPr>
          <a:xfrm>
            <a:off x="220282" y="4568815"/>
            <a:ext cx="532845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원시 데이터 수집</a:t>
            </a:r>
            <a:endParaRPr lang="en-US" altLang="ko-K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데이터 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14" name="Arrow: Down 13">
            <a:extLst>
              <a:ext uri="{FF2B5EF4-FFF2-40B4-BE49-F238E27FC236}">
                <a16:creationId xmlns:a16="http://schemas.microsoft.com/office/drawing/2014/main" id="{0DA4D2EF-858E-40A4-931A-AF349CDC1612}"/>
              </a:ext>
            </a:extLst>
          </p:cNvPr>
          <p:cNvSpPr/>
          <p:nvPr/>
        </p:nvSpPr>
        <p:spPr>
          <a:xfrm rot="16200000">
            <a:off x="5800898" y="4357970"/>
            <a:ext cx="590204" cy="646331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F068D6-D6D6-4210-91B4-FCBF71A27FD6}"/>
              </a:ext>
            </a:extLst>
          </p:cNvPr>
          <p:cNvSpPr txBox="1"/>
          <p:nvPr/>
        </p:nvSpPr>
        <p:spPr>
          <a:xfrm>
            <a:off x="6643258" y="4201368"/>
            <a:ext cx="5328459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교통 예측 모델 개발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58387A-4B85-4F25-98FF-8A3B0DB784D4}"/>
              </a:ext>
            </a:extLst>
          </p:cNvPr>
          <p:cNvSpPr txBox="1"/>
          <p:nvPr/>
        </p:nvSpPr>
        <p:spPr>
          <a:xfrm>
            <a:off x="6643258" y="4568815"/>
            <a:ext cx="532845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결합 </a:t>
            </a:r>
            <a:r>
              <a:rPr lang="ko-KR" altLang="en-US" dirty="0" err="1"/>
              <a:t>교통류</a:t>
            </a:r>
            <a:r>
              <a:rPr lang="ko-KR" altLang="en-US" dirty="0"/>
              <a:t> 이론 선택</a:t>
            </a:r>
            <a:endParaRPr lang="en-US" altLang="ko-K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결합 모델 개발</a:t>
            </a:r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5350CBB0-40E5-4953-8EA1-07776B934C23}"/>
              </a:ext>
            </a:extLst>
          </p:cNvPr>
          <p:cNvSpPr/>
          <p:nvPr/>
        </p:nvSpPr>
        <p:spPr>
          <a:xfrm rot="10800000">
            <a:off x="9012383" y="3416538"/>
            <a:ext cx="590204" cy="646331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91BEA2-4556-4F33-9787-640E5636103A}"/>
              </a:ext>
            </a:extLst>
          </p:cNvPr>
          <p:cNvSpPr txBox="1"/>
          <p:nvPr/>
        </p:nvSpPr>
        <p:spPr>
          <a:xfrm>
            <a:off x="6643258" y="2262578"/>
            <a:ext cx="5328459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실험 및 성능 평가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3D6FF9-FD0C-4412-A545-605A27894C7C}"/>
              </a:ext>
            </a:extLst>
          </p:cNvPr>
          <p:cNvSpPr txBox="1"/>
          <p:nvPr/>
        </p:nvSpPr>
        <p:spPr>
          <a:xfrm>
            <a:off x="6643257" y="2630968"/>
            <a:ext cx="532845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예측 모델 성능 평가</a:t>
            </a:r>
            <a:endParaRPr lang="en-US" altLang="ko-K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기존 예측 모델과 비교</a:t>
            </a: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DAB89A2A-4242-47E6-B06E-3A8747D72AE2}"/>
              </a:ext>
            </a:extLst>
          </p:cNvPr>
          <p:cNvSpPr/>
          <p:nvPr/>
        </p:nvSpPr>
        <p:spPr>
          <a:xfrm rot="10800000">
            <a:off x="9012383" y="1477008"/>
            <a:ext cx="590204" cy="646331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CE5B5C-EED4-453B-8052-C90331C77D35}"/>
              </a:ext>
            </a:extLst>
          </p:cNvPr>
          <p:cNvSpPr txBox="1"/>
          <p:nvPr/>
        </p:nvSpPr>
        <p:spPr>
          <a:xfrm>
            <a:off x="6643255" y="321825"/>
            <a:ext cx="5328459" cy="36933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결과 및 고찰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A175E28-E898-4CB2-BF1F-C4B833A54F52}"/>
              </a:ext>
            </a:extLst>
          </p:cNvPr>
          <p:cNvSpPr txBox="1"/>
          <p:nvPr/>
        </p:nvSpPr>
        <p:spPr>
          <a:xfrm>
            <a:off x="6643255" y="690215"/>
            <a:ext cx="5328459" cy="646331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결론</a:t>
            </a:r>
            <a:endParaRPr lang="en-US" altLang="ko-KR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ko-KR" altLang="en-US" dirty="0"/>
              <a:t>고찰 및 향후 연구</a:t>
            </a:r>
          </a:p>
        </p:txBody>
      </p:sp>
    </p:spTree>
    <p:extLst>
      <p:ext uri="{BB962C8B-B14F-4D97-AF65-F5344CB8AC3E}">
        <p14:creationId xmlns:p14="http://schemas.microsoft.com/office/powerpoint/2010/main" val="13461619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57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우진 최</dc:creator>
  <cp:lastModifiedBy>우진 최</cp:lastModifiedBy>
  <cp:revision>9</cp:revision>
  <dcterms:created xsi:type="dcterms:W3CDTF">2024-08-18T04:04:13Z</dcterms:created>
  <dcterms:modified xsi:type="dcterms:W3CDTF">2024-08-18T04:23:01Z</dcterms:modified>
</cp:coreProperties>
</file>