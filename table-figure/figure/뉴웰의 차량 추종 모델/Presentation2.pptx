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64836-CB96-4A52-A27B-5D21DC489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FC9265-46AA-4D14-AED6-7E0631C78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78B4F-5D29-46BE-A4D6-3C617ADE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11DF3-C4E4-4774-B7F6-C48BBB3B191F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9D6B7-51F7-440C-A531-077317C29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5118E-ADA1-45F4-8939-B6C69AF6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5B4C-EADE-4458-BF11-28DAEAD8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018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5FE38-119A-4048-9710-991CC6609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281EA-1391-43F0-A395-4D884B0E8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857D1-9B69-46AA-B154-ADED0AD93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11DF3-C4E4-4774-B7F6-C48BBB3B191F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04A58-296E-43E9-801E-3BA2E94A7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6E198-30E1-44CC-842E-714DBD2B8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5B4C-EADE-4458-BF11-28DAEAD8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34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0F00E-40B2-4867-8D80-B3C7F1EA8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35B7C-9CDE-4548-88CC-464166FE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1FC4F-A25D-418C-8AC3-577334FEC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11DF3-C4E4-4774-B7F6-C48BBB3B191F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FA12E-6DB4-48CE-B2A8-E4678B27C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2C0A7-3750-4C39-A07B-BFCD4DD3A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5B4C-EADE-4458-BF11-28DAEAD8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38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077-5E73-4DF6-BEDD-3DF12B10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A5E6E-B71B-4270-9CA8-6D09E328B5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70102-2310-4F05-8D83-7855B22E2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1C744-36BE-413A-9CE6-2380C11D5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11DF3-C4E4-4774-B7F6-C48BBB3B191F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6C56C-2FBB-42F8-9258-4160D3C7D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F55B2-B2F0-4E25-BAC9-9E80072E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5B4C-EADE-4458-BF11-28DAEAD8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46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D9CE6-FEA5-48BF-8E8C-94AF0157E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9CCF8-E8C5-4C14-AE2C-E23ED546B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AB0E5-187F-4412-845D-2868D6813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A94D8-BF44-49FF-9D3A-19548BB951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6AC785-A639-46E7-A971-79AF025D93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6B740E-3CFC-47D2-9D22-EF3DB76B1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11DF3-C4E4-4774-B7F6-C48BBB3B191F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E92894-4D49-4329-A74F-B13F01C3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EC677-4343-449F-936F-66DDED8A0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5B4C-EADE-4458-BF11-28DAEAD8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90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47B9-CAAE-4030-A5FB-A2CE44425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E6467-4E50-4954-A805-933EB6F1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11DF3-C4E4-4774-B7F6-C48BBB3B191F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90E17-3919-4DA0-92D0-B6C91DF96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A6F398-8FA5-463D-A4F7-6C8E0ECDE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5B4C-EADE-4458-BF11-28DAEAD8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8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3D1DB-7498-47FE-A3AD-E21CACE6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11DF3-C4E4-4774-B7F6-C48BBB3B191F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B768BF-FBEC-48E7-B50A-1862C4402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495A7-539A-4CE5-AFE4-481DA96C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5B4C-EADE-4458-BF11-28DAEAD8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092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F15AA-2BDD-441D-8C21-C1DC5EAD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947FB-6914-4CEE-9328-F31982279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1A422-508C-4DE1-9535-00CF285BE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26E11-C049-47D0-A153-0EAAA9A58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11DF3-C4E4-4774-B7F6-C48BBB3B191F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A78DA-6FD8-4BDA-B990-A75A2839A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3D018-6717-42FA-ABF4-DD9CD9EC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5B4C-EADE-4458-BF11-28DAEAD8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134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BAABD-E4F7-48D4-8080-453C73188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A4C473-1602-4CF8-964F-CB9E7F56FF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892E7-A810-4A97-BE67-C315875D0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4D5FE-B9E4-4E39-9FDD-E1312151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11DF3-C4E4-4774-B7F6-C48BBB3B191F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5BDF4-0DAE-4C7F-9F70-80229C18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43F13-0902-4A19-9293-A51F5113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5B4C-EADE-4458-BF11-28DAEAD8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082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41C8-F7E0-403F-9EA0-C8D4BC2C8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113BC-A754-4CDB-9194-4A393DAD2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FC837-B2C6-43F7-B5D4-531829487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11DF3-C4E4-4774-B7F6-C48BBB3B191F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324CB-7FA7-4BBB-8C84-CFC32ED28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93F4C-2799-4938-91FF-D1E7BACF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5B4C-EADE-4458-BF11-28DAEAD8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61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7F0DBC-BB19-4CD9-ABE5-5B92A41FC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E4089-37DF-4D41-9CC9-44120268C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A0D2B-5106-48DD-A56B-51C9B95F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11DF3-C4E4-4774-B7F6-C48BBB3B191F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0C13E-373C-44E7-AFBD-FAB3E1EB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6BA84-90CA-4AB7-A7B8-BFC7F6DB7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5B4C-EADE-4458-BF11-28DAEAD8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118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9CCD4-26AB-42A7-A549-964D84607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C2B83-C578-49EA-AE6C-AEBD7C671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C0757-19EC-42C6-AAE1-303D9F9049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11DF3-C4E4-4774-B7F6-C48BBB3B191F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26C1A-7F67-4C0A-B2F1-2BDD4B052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4E9-DBD4-4885-A563-BEDFEAD4E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F5B4C-EADE-4458-BF11-28DAEAD8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989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F9726B-9FF7-4136-8C92-55EB41CF1160}"/>
              </a:ext>
            </a:extLst>
          </p:cNvPr>
          <p:cNvSpPr/>
          <p:nvPr/>
        </p:nvSpPr>
        <p:spPr>
          <a:xfrm>
            <a:off x="860368" y="1949336"/>
            <a:ext cx="3013364" cy="10640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차두거리 간 차량 추종 속도 산출</a:t>
            </a:r>
          </a:p>
        </p:txBody>
      </p:sp>
      <p:pic>
        <p:nvPicPr>
          <p:cNvPr id="1026" name="Picture 2" descr="자율주행 시스템 검증 시나리오를 위한 Reference Governor 기반의 차량 추종 모델 개발">
            <a:extLst>
              <a:ext uri="{FF2B5EF4-FFF2-40B4-BE49-F238E27FC236}">
                <a16:creationId xmlns:a16="http://schemas.microsoft.com/office/drawing/2014/main" id="{394B05AD-0E8A-412A-A815-5CD1204C6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39" y="321772"/>
            <a:ext cx="48768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ewell's car-following model - Wikipedia">
            <a:extLst>
              <a:ext uri="{FF2B5EF4-FFF2-40B4-BE49-F238E27FC236}">
                <a16:creationId xmlns:a16="http://schemas.microsoft.com/office/drawing/2014/main" id="{26CFA0F3-1ECB-4E8F-87C9-B536431E4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499" y="464473"/>
            <a:ext cx="2562309" cy="198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C64659-C0C8-4688-BA78-37309986641C}"/>
              </a:ext>
            </a:extLst>
          </p:cNvPr>
          <p:cNvSpPr/>
          <p:nvPr/>
        </p:nvSpPr>
        <p:spPr>
          <a:xfrm>
            <a:off x="7850289" y="2748453"/>
            <a:ext cx="2939632" cy="11283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시간 지연 반응 구현</a:t>
            </a:r>
          </a:p>
        </p:txBody>
      </p:sp>
      <p:sp>
        <p:nvSpPr>
          <p:cNvPr id="5" name="AutoShape 6" descr="딥러닝 - MATLAB &amp; Simulink">
            <a:extLst>
              <a:ext uri="{FF2B5EF4-FFF2-40B4-BE49-F238E27FC236}">
                <a16:creationId xmlns:a16="http://schemas.microsoft.com/office/drawing/2014/main" id="{3B800C2B-6650-4E76-8DD7-32791B44A3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972887" cy="197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32" name="Picture 8" descr="머신러닝 딥러닝 알고리즘을 소개합니다. : 인공지능 영역의 확장">
            <a:extLst>
              <a:ext uri="{FF2B5EF4-FFF2-40B4-BE49-F238E27FC236}">
                <a16:creationId xmlns:a16="http://schemas.microsoft.com/office/drawing/2014/main" id="{0FB4B09E-C211-4840-9019-F1025B982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68" y="3954086"/>
            <a:ext cx="2142687" cy="1853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BDABF7-1AE6-457F-9C0F-0E2AF7790764}"/>
              </a:ext>
            </a:extLst>
          </p:cNvPr>
          <p:cNvSpPr/>
          <p:nvPr/>
        </p:nvSpPr>
        <p:spPr>
          <a:xfrm>
            <a:off x="3244735" y="4342016"/>
            <a:ext cx="3013364" cy="12635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가중치를 통한 데이터 적응 및 모델 적용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F0CB4D49-FA49-4E8E-81DF-CF5F29BF8E30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873732" y="2481350"/>
            <a:ext cx="3976557" cy="83127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27CFE0FA-F93E-4D30-B3C8-1448B77ECE19}"/>
              </a:ext>
            </a:extLst>
          </p:cNvPr>
          <p:cNvCxnSpPr>
            <a:stCxn id="7" idx="2"/>
            <a:endCxn id="10" idx="3"/>
          </p:cNvCxnSpPr>
          <p:nvPr/>
        </p:nvCxnSpPr>
        <p:spPr>
          <a:xfrm rot="5400000">
            <a:off x="7240607" y="2894284"/>
            <a:ext cx="1096991" cy="306200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553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우진 최</dc:creator>
  <cp:lastModifiedBy>우진 최</cp:lastModifiedBy>
  <cp:revision>2</cp:revision>
  <dcterms:created xsi:type="dcterms:W3CDTF">2024-09-12T14:28:26Z</dcterms:created>
  <dcterms:modified xsi:type="dcterms:W3CDTF">2024-09-12T14:34:04Z</dcterms:modified>
</cp:coreProperties>
</file>