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12D56-FCB8-46C4-8AA1-C8089371C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ECE2C-A659-4F96-9B39-CEC4DBAFE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61E22-2985-4CDB-86B2-FF049787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5F103-82B7-4859-AD53-D7F424768410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2307C-7367-4D0C-B805-F01DA1A12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944C8-C1BC-4ED2-85D5-E4DF17AF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137-1C8E-4551-9BEF-03FE44610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907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403D-C6AA-43E3-BD00-55889B7E8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32C88-7544-455A-A2EE-4FA05D0FC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A2A3F-6FFD-40F2-B54C-CAF420EE3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5F103-82B7-4859-AD53-D7F424768410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69C99-4F9F-4B3E-A5F7-06234C76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306E0-89C7-405F-B44E-DF28FD9DE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137-1C8E-4551-9BEF-03FE44610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18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3FE18-15C3-4CB3-8589-94426652B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1E5FA-1502-48B9-9B39-B8F4306A2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DA3F4-5FBA-4D6B-B835-3EFA47CB3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5F103-82B7-4859-AD53-D7F424768410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FB042-5CF6-4811-87C1-C857A94E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B558D-36A0-4AAA-98D1-5A5FE669D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137-1C8E-4551-9BEF-03FE44610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960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1990-516E-41BE-8FFD-F7AE83920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53E1-AFA0-4415-83C6-962DDD9CD1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A7A34-5D77-4FFB-9314-93D51B677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9CA70-C376-497F-98C1-086F2F47B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5F103-82B7-4859-AD53-D7F424768410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A2B5E-7190-4D88-B89B-E8E2E3033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A8F7B-B6BE-496F-A508-1930C7825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137-1C8E-4551-9BEF-03FE44610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459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E383-FFBF-46C1-8441-52F80A8D5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E0510-794B-43BB-A74D-30537CDCB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87C31-9B0B-4C83-9A03-CC47E3E16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6E9DCF-92FB-40D9-833D-12DD6C3245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3BB2A8-C2EB-4B5C-BFD0-D1437905F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3EA432-AA5B-4C14-B637-3BC5E214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5F103-82B7-4859-AD53-D7F424768410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189E65-750A-4DBA-ABBD-2E44302F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86213D-9FE5-4817-A9C6-D8FA2D75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137-1C8E-4551-9BEF-03FE44610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60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46D84-3A46-4AB0-921A-A8E0A2515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1E328-6E20-45C7-BEB3-D13972D04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5F103-82B7-4859-AD53-D7F424768410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021F4-1B51-4EAE-92E4-E333B1530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1702F-A57D-4020-82D2-DA33B2C08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137-1C8E-4551-9BEF-03FE44610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11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8C23FF-C055-4CE9-8B7F-F619E8377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5F103-82B7-4859-AD53-D7F424768410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237243-4F36-4D67-A250-61EF43A4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1F6E0-DC38-4B82-89A8-42DB905E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137-1C8E-4551-9BEF-03FE44610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737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31636-FDB2-43A0-98D7-C906214A5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5E022-E881-467D-AC47-9551C533B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CEB29F-F48F-42C8-B84F-3879DA1C4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E5FD7-FDF8-4295-B638-DE1AC1AFE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5F103-82B7-4859-AD53-D7F424768410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C832F-2DDB-4D9E-B0C5-4E22C12B7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2AB1A-9662-41A5-B604-7576C555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137-1C8E-4551-9BEF-03FE44610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897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A089D-01AF-4729-99FC-B61247C81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AA15D9-56D8-41AB-84CC-112B4DDC0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EB9D3-1296-42DD-8CB1-3414E9C8A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051A8-D3FA-4941-A191-2D65424EF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5F103-82B7-4859-AD53-D7F424768410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BC38C-3518-4746-AB3B-81BF5D971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393E2-A13A-411C-9B6E-2EB44A45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137-1C8E-4551-9BEF-03FE44610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00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2DC77-FA8E-469F-9B99-F27FE1DD0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B5F9E2-D9DC-4118-8F1A-743F93062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69E7F-315D-4A88-B8F1-1C0A9004E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5F103-82B7-4859-AD53-D7F424768410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1C7D0-0725-4B8D-917A-9B455EC02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48F62-1B7E-4065-8C07-D568C3B8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137-1C8E-4551-9BEF-03FE44610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33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DB9853-559D-4402-A5D6-BE63DE7B71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7F51B-2699-4BBC-A703-F092B8AD6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1200B-0D7C-4EC4-BDE3-F9730D12C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5F103-82B7-4859-AD53-D7F424768410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5A6EC-632A-4BF4-93A3-2F6E7C4C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EE173-ED46-40A9-A949-AA7EBF777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F137-1C8E-4551-9BEF-03FE44610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801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6B0B08-F74A-4EC9-B8D9-7D0B08BCF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F3FF1-0101-4BC9-929A-B38935DF6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191CF-FF14-4A1C-BCCE-56CC56E853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5F103-82B7-4859-AD53-D7F424768410}" type="datetimeFigureOut">
              <a:rPr lang="ko-KR" altLang="en-US" smtClean="0"/>
              <a:t>2024-09-13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65CB3-6BFF-4AE1-9863-457836BC3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535E2-1214-446F-941B-F912772D7B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8F137-1C8E-4551-9BEF-03FE44610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91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Car with solid fill">
            <a:extLst>
              <a:ext uri="{FF2B5EF4-FFF2-40B4-BE49-F238E27FC236}">
                <a16:creationId xmlns:a16="http://schemas.microsoft.com/office/drawing/2014/main" id="{CE318954-116E-40C8-B94D-A9CD209D3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2694" y="853440"/>
            <a:ext cx="1609898" cy="1609898"/>
          </a:xfrm>
          <a:prstGeom prst="rect">
            <a:avLst/>
          </a:prstGeom>
        </p:spPr>
      </p:pic>
      <p:pic>
        <p:nvPicPr>
          <p:cNvPr id="6" name="Graphic 5" descr="Car with solid fill">
            <a:extLst>
              <a:ext uri="{FF2B5EF4-FFF2-40B4-BE49-F238E27FC236}">
                <a16:creationId xmlns:a16="http://schemas.microsoft.com/office/drawing/2014/main" id="{C0CCC66F-97E6-44C2-9D1E-284AF4063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5333" y="925484"/>
            <a:ext cx="1609898" cy="1609898"/>
          </a:xfrm>
          <a:prstGeom prst="rect">
            <a:avLst/>
          </a:prstGeom>
        </p:spPr>
      </p:pic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21055B5B-DB4C-4198-87BA-FA8CD2BA5049}"/>
              </a:ext>
            </a:extLst>
          </p:cNvPr>
          <p:cNvCxnSpPr>
            <a:cxnSpLocks/>
            <a:stCxn id="6" idx="2"/>
            <a:endCxn id="5" idx="2"/>
          </p:cNvCxnSpPr>
          <p:nvPr/>
        </p:nvCxnSpPr>
        <p:spPr>
          <a:xfrm rot="5400000" flipH="1" flipV="1">
            <a:off x="8982940" y="930679"/>
            <a:ext cx="72044" cy="3137361"/>
          </a:xfrm>
          <a:prstGeom prst="bentConnector3">
            <a:avLst>
              <a:gd name="adj1" fmla="val -317306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F5EB372-AC71-42BC-B6EF-0B3E0C90087E}"/>
              </a:ext>
            </a:extLst>
          </p:cNvPr>
          <p:cNvSpPr txBox="1"/>
          <p:nvPr/>
        </p:nvSpPr>
        <p:spPr>
          <a:xfrm>
            <a:off x="8041748" y="2802454"/>
            <a:ext cx="1826141" cy="3077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/>
              <a:t>T</a:t>
            </a:r>
            <a:r>
              <a:rPr lang="ko-KR" altLang="en-US" sz="1400" dirty="0"/>
              <a:t>시점의 이동 속도 </a:t>
            </a:r>
            <a:r>
              <a:rPr lang="en-US" altLang="ko-KR" sz="1400" dirty="0"/>
              <a:t>Y</a:t>
            </a:r>
            <a:endParaRPr lang="ko-KR" altLang="en-US" sz="1400" dirty="0"/>
          </a:p>
        </p:txBody>
      </p:sp>
      <p:pic>
        <p:nvPicPr>
          <p:cNvPr id="16" name="Graphic 15" descr="Car with solid fill">
            <a:extLst>
              <a:ext uri="{FF2B5EF4-FFF2-40B4-BE49-F238E27FC236}">
                <a16:creationId xmlns:a16="http://schemas.microsoft.com/office/drawing/2014/main" id="{287FEECE-958C-4595-95F2-6C1A02655C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9893" y="1032163"/>
            <a:ext cx="1609898" cy="1609898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87F3CA6-7EBB-483A-8E32-FD0F7841DF19}"/>
              </a:ext>
            </a:extLst>
          </p:cNvPr>
          <p:cNvCxnSpPr/>
          <p:nvPr/>
        </p:nvCxnSpPr>
        <p:spPr>
          <a:xfrm flipV="1">
            <a:off x="0" y="640080"/>
            <a:ext cx="12277898" cy="374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0A4A18-8E9D-4D9D-B6AF-21D8DF516B26}"/>
              </a:ext>
            </a:extLst>
          </p:cNvPr>
          <p:cNvCxnSpPr/>
          <p:nvPr/>
        </p:nvCxnSpPr>
        <p:spPr>
          <a:xfrm flipV="1">
            <a:off x="-42950" y="3149755"/>
            <a:ext cx="12277898" cy="374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2226665-FACF-4670-B5CE-1DE82F1205F2}"/>
              </a:ext>
            </a:extLst>
          </p:cNvPr>
          <p:cNvSpPr/>
          <p:nvPr/>
        </p:nvSpPr>
        <p:spPr>
          <a:xfrm>
            <a:off x="4980016" y="3244334"/>
            <a:ext cx="2231967" cy="36933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</a:t>
            </a:r>
            <a:r>
              <a:rPr lang="ko-KR" altLang="en-US" dirty="0"/>
              <a:t> 시점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039DD2E-0BB0-456E-96CD-B17C73DF0CDA}"/>
              </a:ext>
            </a:extLst>
          </p:cNvPr>
          <p:cNvCxnSpPr/>
          <p:nvPr/>
        </p:nvCxnSpPr>
        <p:spPr>
          <a:xfrm flipV="1">
            <a:off x="-42950" y="3784582"/>
            <a:ext cx="12277898" cy="374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607A4FE-765F-4384-AB51-284342327A09}"/>
              </a:ext>
            </a:extLst>
          </p:cNvPr>
          <p:cNvCxnSpPr/>
          <p:nvPr/>
        </p:nvCxnSpPr>
        <p:spPr>
          <a:xfrm flipV="1">
            <a:off x="-42950" y="6128665"/>
            <a:ext cx="12277898" cy="374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08ACB52-ACB7-4AF2-8857-E82D35712034}"/>
              </a:ext>
            </a:extLst>
          </p:cNvPr>
          <p:cNvSpPr/>
          <p:nvPr/>
        </p:nvSpPr>
        <p:spPr>
          <a:xfrm>
            <a:off x="5022965" y="6280800"/>
            <a:ext cx="2231967" cy="36933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</a:t>
            </a:r>
            <a:r>
              <a:rPr lang="ko-KR" altLang="en-US" dirty="0"/>
              <a:t> </a:t>
            </a:r>
            <a:r>
              <a:rPr lang="en-US" altLang="ko-KR" dirty="0"/>
              <a:t>+ K </a:t>
            </a:r>
            <a:r>
              <a:rPr lang="ko-KR" altLang="en-US" dirty="0"/>
              <a:t>시점</a:t>
            </a: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7851F8A4-4148-48C7-BF5D-973FEFAEDC23}"/>
              </a:ext>
            </a:extLst>
          </p:cNvPr>
          <p:cNvCxnSpPr>
            <a:stCxn id="20" idx="3"/>
            <a:endCxn id="23" idx="3"/>
          </p:cNvCxnSpPr>
          <p:nvPr/>
        </p:nvCxnSpPr>
        <p:spPr>
          <a:xfrm>
            <a:off x="7211983" y="3429000"/>
            <a:ext cx="42949" cy="3036466"/>
          </a:xfrm>
          <a:prstGeom prst="curvedConnector3">
            <a:avLst>
              <a:gd name="adj1" fmla="val 63225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3BA8ED0-904C-46E0-88F8-5F378AB49AEA}"/>
              </a:ext>
            </a:extLst>
          </p:cNvPr>
          <p:cNvSpPr txBox="1"/>
          <p:nvPr/>
        </p:nvSpPr>
        <p:spPr>
          <a:xfrm>
            <a:off x="7535488" y="4793344"/>
            <a:ext cx="1133644" cy="3077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400" dirty="0"/>
              <a:t>시간 지연 </a:t>
            </a:r>
            <a:r>
              <a:rPr lang="en-US" altLang="ko-KR" sz="1400" dirty="0"/>
              <a:t>K</a:t>
            </a:r>
            <a:endParaRPr lang="ko-KR" altLang="en-US" sz="1400" dirty="0"/>
          </a:p>
        </p:txBody>
      </p:sp>
      <p:pic>
        <p:nvPicPr>
          <p:cNvPr id="27" name="Graphic 26" descr="Car with solid fill">
            <a:extLst>
              <a:ext uri="{FF2B5EF4-FFF2-40B4-BE49-F238E27FC236}">
                <a16:creationId xmlns:a16="http://schemas.microsoft.com/office/drawing/2014/main" id="{E39DB345-6148-4139-9105-F829675D35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8221" y="4215939"/>
            <a:ext cx="1609898" cy="1609898"/>
          </a:xfrm>
          <a:prstGeom prst="rect">
            <a:avLst/>
          </a:prstGeom>
        </p:spPr>
      </p:pic>
      <p:pic>
        <p:nvPicPr>
          <p:cNvPr id="28" name="Graphic 27" descr="Car with solid fill">
            <a:extLst>
              <a:ext uri="{FF2B5EF4-FFF2-40B4-BE49-F238E27FC236}">
                <a16:creationId xmlns:a16="http://schemas.microsoft.com/office/drawing/2014/main" id="{211FB6DD-3AC8-4015-B94F-B38491C548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75067" y="4227529"/>
            <a:ext cx="1609898" cy="1609898"/>
          </a:xfrm>
          <a:prstGeom prst="rect">
            <a:avLst/>
          </a:prstGeom>
        </p:spPr>
      </p:pic>
      <p:pic>
        <p:nvPicPr>
          <p:cNvPr id="29" name="Graphic 28" descr="Car with solid fill">
            <a:extLst>
              <a:ext uri="{FF2B5EF4-FFF2-40B4-BE49-F238E27FC236}">
                <a16:creationId xmlns:a16="http://schemas.microsoft.com/office/drawing/2014/main" id="{F9BCB63F-6051-4FCA-8150-783A0FAEE9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4224" y="4177571"/>
            <a:ext cx="1609898" cy="1609898"/>
          </a:xfrm>
          <a:prstGeom prst="rect">
            <a:avLst/>
          </a:prstGeom>
        </p:spPr>
      </p:pic>
      <p:sp>
        <p:nvSpPr>
          <p:cNvPr id="30" name="Arrow: Right 29">
            <a:extLst>
              <a:ext uri="{FF2B5EF4-FFF2-40B4-BE49-F238E27FC236}">
                <a16:creationId xmlns:a16="http://schemas.microsoft.com/office/drawing/2014/main" id="{32360A48-7F5E-4C3B-8AE4-A6BAA84B2083}"/>
              </a:ext>
            </a:extLst>
          </p:cNvPr>
          <p:cNvSpPr/>
          <p:nvPr/>
        </p:nvSpPr>
        <p:spPr>
          <a:xfrm>
            <a:off x="8428412" y="1658389"/>
            <a:ext cx="1221971" cy="18189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7AD4A9C7-7F80-4B8D-9056-6E86D51CDA8F}"/>
              </a:ext>
            </a:extLst>
          </p:cNvPr>
          <p:cNvSpPr/>
          <p:nvPr/>
        </p:nvSpPr>
        <p:spPr>
          <a:xfrm>
            <a:off x="2812818" y="5006938"/>
            <a:ext cx="1221971" cy="1818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D4740ABC-D03A-4D89-BC93-CA297B0DFD28}"/>
              </a:ext>
            </a:extLst>
          </p:cNvPr>
          <p:cNvCxnSpPr>
            <a:cxnSpLocks/>
            <a:stCxn id="10" idx="2"/>
            <a:endCxn id="31" idx="1"/>
          </p:cNvCxnSpPr>
          <p:nvPr/>
        </p:nvCxnSpPr>
        <p:spPr>
          <a:xfrm rot="5400000">
            <a:off x="4889992" y="1033058"/>
            <a:ext cx="1987655" cy="6142001"/>
          </a:xfrm>
          <a:prstGeom prst="curvedConnector4">
            <a:avLst>
              <a:gd name="adj1" fmla="val 47712"/>
              <a:gd name="adj2" fmla="val 103722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2845242B-FFE2-4E3C-B21B-99D54796A85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523510" y="-1379296"/>
            <a:ext cx="45720" cy="5486400"/>
          </a:xfrm>
          <a:prstGeom prst="bentConnector3">
            <a:avLst>
              <a:gd name="adj1" fmla="val 859611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19CF700-03BE-460E-97C9-70DF98B5B967}"/>
              </a:ext>
            </a:extLst>
          </p:cNvPr>
          <p:cNvSpPr txBox="1"/>
          <p:nvPr/>
        </p:nvSpPr>
        <p:spPr>
          <a:xfrm>
            <a:off x="4357254" y="1078987"/>
            <a:ext cx="713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간격 </a:t>
            </a:r>
            <a:r>
              <a:rPr lang="en-US" altLang="ko-KR" sz="1400" dirty="0"/>
              <a:t>X</a:t>
            </a:r>
            <a:endParaRPr lang="ko-KR" altLang="en-US" sz="1400" dirty="0"/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19409B66-F97A-43C5-B9C4-47C83B0C522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700356" y="1781766"/>
            <a:ext cx="45720" cy="5486400"/>
          </a:xfrm>
          <a:prstGeom prst="bentConnector3">
            <a:avLst>
              <a:gd name="adj1" fmla="val 859611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78949A90-9C99-4AE3-A2F4-BA1BD0FF7F03}"/>
              </a:ext>
            </a:extLst>
          </p:cNvPr>
          <p:cNvSpPr txBox="1"/>
          <p:nvPr/>
        </p:nvSpPr>
        <p:spPr>
          <a:xfrm>
            <a:off x="7746278" y="4195848"/>
            <a:ext cx="713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간격 </a:t>
            </a:r>
            <a:r>
              <a:rPr lang="en-US" altLang="ko-KR" sz="1400" dirty="0"/>
              <a:t>X</a:t>
            </a:r>
            <a:endParaRPr lang="ko-KR" altLang="en-US" sz="1400" dirty="0"/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505B48CD-2EE1-43CF-85B8-64648272228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35383" y="3848765"/>
            <a:ext cx="72044" cy="3137361"/>
          </a:xfrm>
          <a:prstGeom prst="bentConnector3">
            <a:avLst>
              <a:gd name="adj1" fmla="val -317306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D1E366C-7960-4881-A3FE-58BBBA1E8D63}"/>
              </a:ext>
            </a:extLst>
          </p:cNvPr>
          <p:cNvSpPr txBox="1"/>
          <p:nvPr/>
        </p:nvSpPr>
        <p:spPr>
          <a:xfrm>
            <a:off x="2149142" y="5745643"/>
            <a:ext cx="2244525" cy="3077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/>
              <a:t>T + K </a:t>
            </a:r>
            <a:r>
              <a:rPr lang="ko-KR" altLang="en-US" sz="1400" dirty="0"/>
              <a:t>시점의 이동 속도 </a:t>
            </a:r>
            <a:r>
              <a:rPr lang="en-US" altLang="ko-KR" sz="1400" dirty="0"/>
              <a:t>Y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8679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25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우진 최</dc:creator>
  <cp:lastModifiedBy>우진 최</cp:lastModifiedBy>
  <cp:revision>4</cp:revision>
  <dcterms:created xsi:type="dcterms:W3CDTF">2024-09-12T16:54:30Z</dcterms:created>
  <dcterms:modified xsi:type="dcterms:W3CDTF">2024-09-12T17:22:33Z</dcterms:modified>
</cp:coreProperties>
</file>