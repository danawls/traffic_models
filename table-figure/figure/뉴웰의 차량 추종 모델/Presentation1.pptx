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4DDA-CC1F-470C-A2DC-A1589AA5B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6BE1C-9308-4B20-96AE-E03E9FA40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61B0D-CF9D-4F36-BAA9-76A8A9034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56EB5-35D8-4F5C-B7D2-EACCC457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C757F-472E-48A8-87EF-2458DB01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53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FE8B-9AE6-45F0-B32D-104B25B5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8960-90D4-46C5-AD2A-2D6AA5367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6287F-F256-4EA9-A42E-099EAFE4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DEE99-EEFB-4784-9D81-50748E60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4E353-2517-4C04-A904-EB573E07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0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9AF3-AC00-4C3D-8E93-F34F5D3A1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7FE05-3F2F-487D-87C3-5C13CE5EA4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0016F-7B98-4D33-9030-7DFE1BDD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FD6DB-7682-4597-92AE-BF6E8A3DA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E6F27-848B-4B14-8E19-DD92AAE5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756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1D91-D914-4E46-A5C6-171F377A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B2389-3C44-401A-B786-8D8429473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F82D2-D3E4-4FEC-8A4A-D9405478B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3CF10-71FF-44DB-B562-EBA3C68D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F25CF-2B8E-4518-A027-B5AF6381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A4698-BD9A-4498-B2AA-F78980319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57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D964-3827-419B-BA00-4E54B50A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1B47F-250C-40C8-9424-8B862B70F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95271-7E2E-48E9-B74F-4720DCECA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B4C008-3623-4843-AF7C-4C540E30EE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DC4661-0FA6-4908-844F-6A490F26F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40D862-1383-43B8-B3BF-0489703F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00D030-3FF4-4094-934F-BE0E2FA8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0AD22-9BFE-4D33-ADE1-B259C37B7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58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B9D91-DFDD-454D-ADD2-11D14DB08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5E375-1058-4B93-AAD6-F1BE012B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9F6CE-3CFA-44EA-96C9-207D5FF1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E5346-C3FD-4B30-89D5-D23B0E1D3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532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EA044-A8CB-48F7-B7CA-7128F454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3470D-3EBC-48F4-AAEF-D317C3FD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877D5-675D-49AB-BA74-6ED9EE0D5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14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16CA-152D-49C9-8A72-C275883E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46737-7266-4742-9646-479D57D46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1C5438-4B0E-4DB8-BD96-8FC1CB058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E52BE-8338-4A15-B9B9-00C376AA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39108-AE67-4811-9D79-A73C93744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63A86-2D18-4ACC-AB2A-595F522FF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09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5FBA4-89BA-4D1A-9FB3-A55F74905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DDFCFA-9C25-465E-85C0-2DD0BCA91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DDDDC-0C66-4F66-B1B0-1FC499B45F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B859E-C0CA-4535-A3E4-B89B3DB0F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8150F-6ACE-4DB5-BE30-73291889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C7D8D-70F6-43E5-8479-1C0552CCA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0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A605D-6FAA-482E-898A-7AB2DDA6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1042C-C770-4B63-A32A-C878724AA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A56AA-A65B-471F-9B10-2EBB2530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D05C0-94B7-4121-AA0B-533A94490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24744-05E7-4FED-99B0-E8A1D229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9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0C710B-A93D-4234-BB5D-4F21B7956D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EF071-3B69-4CAF-B354-3947AE9D3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26A9C-A915-49E3-816C-54161A82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DDD08-6A25-464E-98D6-1B24D8319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7E160-C015-4EA9-918F-BFF06B4D5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086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E8D5B1-EC22-4565-99B9-3D5624B5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E72EF-B9B4-4F50-8EB3-E359CF2E4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7D8EB-5FC6-4372-9457-2BD8F4ED9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95DD43-6CF7-4149-BCC0-8AA374C0F0EE}" type="datetimeFigureOut">
              <a:rPr lang="ko-KR" altLang="en-US" smtClean="0"/>
              <a:t>2024-09-11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0F72-C9A1-4626-952F-D01BCAA4E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BFB507-E4B2-4075-8E7E-523169CBA1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AD61B-3612-47A9-AA36-F2CA31FB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56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E7E618-1241-4190-B183-F78AF86B4CB5}"/>
              </a:ext>
            </a:extLst>
          </p:cNvPr>
          <p:cNvSpPr/>
          <p:nvPr/>
        </p:nvSpPr>
        <p:spPr>
          <a:xfrm>
            <a:off x="3790604" y="620857"/>
            <a:ext cx="3050771" cy="12261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차량 추종 값 산출</a:t>
            </a:r>
            <a:r>
              <a:rPr lang="en-US" altLang="ko-KR" dirty="0"/>
              <a:t>:</a:t>
            </a:r>
          </a:p>
          <a:p>
            <a:pPr algn="ctr"/>
            <a:r>
              <a:rPr lang="ko-KR" altLang="en-US" dirty="0"/>
              <a:t>모델 설계 대상</a:t>
            </a:r>
          </a:p>
        </p:txBody>
      </p:sp>
      <p:pic>
        <p:nvPicPr>
          <p:cNvPr id="1026" name="Picture 2" descr="Newell's car-following model - Wikipedia">
            <a:extLst>
              <a:ext uri="{FF2B5EF4-FFF2-40B4-BE49-F238E27FC236}">
                <a16:creationId xmlns:a16="http://schemas.microsoft.com/office/drawing/2014/main" id="{2EA522D5-C415-409E-97B9-CE81E561A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254" y="348096"/>
            <a:ext cx="2290762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697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1</cp:revision>
  <dcterms:created xsi:type="dcterms:W3CDTF">2024-09-10T15:25:52Z</dcterms:created>
  <dcterms:modified xsi:type="dcterms:W3CDTF">2024-09-10T15:26:13Z</dcterms:modified>
</cp:coreProperties>
</file>