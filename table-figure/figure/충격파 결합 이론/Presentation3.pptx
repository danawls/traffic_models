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8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6EAAC-ACA1-43F7-8C3D-EE91FEFAC5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7B919-0257-41C9-A00F-5B5FF38C89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1E6645-F35B-4390-86A1-61BD23C67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6289A-82FA-41C7-813C-387DE8B090A4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660A0-2A61-4627-B9F8-AB721DB6E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02D1A-8749-4ACA-B3A6-7824FB04B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2F125-E038-4FB8-836E-0DF1195F53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4764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59E7F-3973-4FB4-903F-C353EDAF0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A81E0-D825-491D-8BE9-FBA215F38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41347-AC67-488A-8C19-FAF109C3C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6289A-82FA-41C7-813C-387DE8B090A4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B2C08-884A-4C43-946E-80C000861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710EB-BFF2-42D3-9717-25B9F9147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2F125-E038-4FB8-836E-0DF1195F53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9135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A5BF7-BEAF-4F7E-9649-B3D2260F7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F1B35-18E4-4FF8-924D-7FE53DAE0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B999F-55E6-4007-9E82-6D312CC61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6289A-82FA-41C7-813C-387DE8B090A4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7F99C-9D37-48CC-9B3E-CEA1087EA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65363-1833-46AB-8B8E-D3A091778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2F125-E038-4FB8-836E-0DF1195F53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442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78318-9CFB-4C5F-AEF8-2E5B978F5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CA7E2-999B-47F4-BA69-172528F359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CDE676-95DE-4E55-8329-A700825DD4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7E3FCD-2506-4040-BD91-39EEA46B4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6289A-82FA-41C7-813C-387DE8B090A4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7A50AC-4EF2-4BD0-BD76-E34B1E87A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AA79E5-A31F-4BE4-ABD2-842BF1306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2F125-E038-4FB8-836E-0DF1195F53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2114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14FA4-2319-425F-B105-002EFD1E6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7DEA7-A405-4805-B18F-24E9FB841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8E33A6-A500-4599-9A28-E7F06BE1E3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A12E86-4C52-4BD2-B79E-CD25F42B8E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B7BBD3-9D90-4DE2-8BBE-B88EB8AF0A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57F6D3-F486-4752-A43A-608878144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6289A-82FA-41C7-813C-387DE8B090A4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46CBD0-29B1-4FE3-AC2E-0F13CD717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5254C6-0B19-4D41-851D-385082363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2F125-E038-4FB8-836E-0DF1195F53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04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42634-497D-4783-9519-D2D443D1F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C8E0BA-B0A4-4213-8892-8CB21DC01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6289A-82FA-41C7-813C-387DE8B090A4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684746-63C7-48FE-9596-75095D311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973513-295D-4515-83A8-9D243ABEC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2F125-E038-4FB8-836E-0DF1195F53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4205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B19908-B1C1-4AC0-847C-71F815B6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6289A-82FA-41C7-813C-387DE8B090A4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162A87-DFFF-4E86-8D54-77859AFD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6410B8-959D-4E93-A2F0-852864540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2F125-E038-4FB8-836E-0DF1195F53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1128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93A24-E07B-4FB9-BBC4-499CBFD4D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D20A4-0760-4440-A866-81D776651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C3C6AB-6A3B-4682-8D45-B210467E0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911B5-FE38-449C-B1B8-A3918866D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6289A-82FA-41C7-813C-387DE8B090A4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21E923-E671-45AD-A2C5-25C6F82B5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60A62-0234-4B75-BF78-2540A0A03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2F125-E038-4FB8-836E-0DF1195F53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6691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E02B1-3F98-411C-9318-89320A395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E7E1FD-1E26-4B53-8F77-748A6F2170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DA1D84-2476-47DD-947B-8D157246FC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8D650F-6F7F-45D9-89EB-4A4BC3743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6289A-82FA-41C7-813C-387DE8B090A4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6ACCED-C035-4CC5-A1E6-47863895C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F6F612-FB9E-49ED-B038-A463E560D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2F125-E038-4FB8-836E-0DF1195F53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5571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B33CB-6F62-4546-B943-ADB8B92FC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0E1382-AE71-43B9-9181-C28A2FD14E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C5420F-AE82-4C91-B1AE-14029B5CB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6289A-82FA-41C7-813C-387DE8B090A4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8D5BD-E377-4DF4-9404-48FDA752E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6BE25-5DB3-42C5-B503-45CE7F6AD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2F125-E038-4FB8-836E-0DF1195F53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03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5D7B0C-EDB7-440A-85B3-62473F0937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B0F1D0-F464-4F18-A234-0D1DF66AD4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9095C-B12A-41BB-928E-6A469E132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6289A-82FA-41C7-813C-387DE8B090A4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A149E1-2A60-4FF2-9851-28DFB133C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3101B-12B4-4FD7-8BE6-042A0E410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2F125-E038-4FB8-836E-0DF1195F53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4771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BAFFA6-95D9-4136-8F62-697241407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A7F447-83A9-4DBA-8B01-60827187DB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69010-F6E8-4F65-8D1E-BAAD8DA7F5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56289A-82FA-41C7-813C-387DE8B090A4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28A0C-E04A-48E0-B6FC-B94D550C68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C6341-04C1-48D2-8AFF-BBA67169AF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2F125-E038-4FB8-836E-0DF1195F53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1203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144D38F-A056-4680-ABEA-87ADE2FA1D10}"/>
              </a:ext>
            </a:extLst>
          </p:cNvPr>
          <p:cNvSpPr/>
          <p:nvPr/>
        </p:nvSpPr>
        <p:spPr>
          <a:xfrm>
            <a:off x="706581" y="340822"/>
            <a:ext cx="2568633" cy="1292629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충격파 값 수정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E1E6A1-2325-4D99-A0D4-54CB1A80FD4F}"/>
              </a:ext>
            </a:extLst>
          </p:cNvPr>
          <p:cNvSpPr/>
          <p:nvPr/>
        </p:nvSpPr>
        <p:spPr>
          <a:xfrm>
            <a:off x="6096000" y="486294"/>
            <a:ext cx="3054928" cy="1001683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모델 설계 대상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8E7DCB9F-4CC1-4C75-81BF-DB1B4A1B7347}"/>
              </a:ext>
            </a:extLst>
          </p:cNvPr>
          <p:cNvCxnSpPr>
            <a:stCxn id="5" idx="1"/>
            <a:endCxn id="4" idx="3"/>
          </p:cNvCxnSpPr>
          <p:nvPr/>
        </p:nvCxnSpPr>
        <p:spPr>
          <a:xfrm rot="10800000" flipV="1">
            <a:off x="3275214" y="987135"/>
            <a:ext cx="2820786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5CB7192-0A20-4E6E-B32D-79B68FC762BA}"/>
              </a:ext>
            </a:extLst>
          </p:cNvPr>
          <p:cNvSpPr/>
          <p:nvPr/>
        </p:nvSpPr>
        <p:spPr>
          <a:xfrm>
            <a:off x="768926" y="3499658"/>
            <a:ext cx="1720736" cy="2065712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입력 변수를 통한</a:t>
            </a:r>
            <a:endParaRPr lang="en-US" altLang="ko-KR" dirty="0"/>
          </a:p>
          <a:p>
            <a:pPr algn="ctr"/>
            <a:r>
              <a:rPr lang="ko-KR" altLang="en-US" dirty="0"/>
              <a:t>원시 충격파 속도 </a:t>
            </a:r>
            <a:r>
              <a:rPr lang="ko-KR" altLang="en-US" dirty="0" err="1"/>
              <a:t>산출법</a:t>
            </a:r>
            <a:endParaRPr lang="ko-KR" alt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139A194-7CB6-4572-9A71-E1E3737FF27F}"/>
              </a:ext>
            </a:extLst>
          </p:cNvPr>
          <p:cNvSpPr/>
          <p:nvPr/>
        </p:nvSpPr>
        <p:spPr>
          <a:xfrm>
            <a:off x="4878185" y="3912526"/>
            <a:ext cx="2019993" cy="1113902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충격파 값 </a:t>
            </a:r>
            <a:r>
              <a:rPr lang="en-US" altLang="ko-KR" b="0" i="0" dirty="0">
                <a:solidFill>
                  <a:srgbClr val="E8E8E8"/>
                </a:solidFill>
                <a:effectLst/>
                <a:latin typeface="Arial" panose="020B0604020202020204" pitchFamily="34" charset="0"/>
              </a:rPr>
              <a:t>Regularization</a:t>
            </a:r>
            <a:endParaRPr lang="ko-KR" alt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2142967-6268-418A-9CCA-ED1B66B6310F}"/>
              </a:ext>
            </a:extLst>
          </p:cNvPr>
          <p:cNvSpPr/>
          <p:nvPr/>
        </p:nvSpPr>
        <p:spPr>
          <a:xfrm>
            <a:off x="9150928" y="3924301"/>
            <a:ext cx="2019993" cy="1113902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GRU</a:t>
            </a:r>
            <a:r>
              <a:rPr lang="ko-KR" altLang="en-US" dirty="0"/>
              <a:t>에 적용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1164E3C-9600-4007-B091-BC623ABA930F}"/>
              </a:ext>
            </a:extLst>
          </p:cNvPr>
          <p:cNvCxnSpPr>
            <a:stCxn id="4" idx="2"/>
            <a:endCxn id="11" idx="0"/>
          </p:cNvCxnSpPr>
          <p:nvPr/>
        </p:nvCxnSpPr>
        <p:spPr>
          <a:xfrm flipH="1">
            <a:off x="1629294" y="1633451"/>
            <a:ext cx="361604" cy="18662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5D38383-EF46-4D5A-9435-9ADF1DEC27FA}"/>
              </a:ext>
            </a:extLst>
          </p:cNvPr>
          <p:cNvCxnSpPr>
            <a:stCxn id="4" idx="2"/>
            <a:endCxn id="12" idx="0"/>
          </p:cNvCxnSpPr>
          <p:nvPr/>
        </p:nvCxnSpPr>
        <p:spPr>
          <a:xfrm>
            <a:off x="1990898" y="1633451"/>
            <a:ext cx="3897284" cy="2279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D15643C-6525-4404-A3E7-297297206644}"/>
              </a:ext>
            </a:extLst>
          </p:cNvPr>
          <p:cNvCxnSpPr>
            <a:stCxn id="4" idx="2"/>
            <a:endCxn id="15" idx="0"/>
          </p:cNvCxnSpPr>
          <p:nvPr/>
        </p:nvCxnSpPr>
        <p:spPr>
          <a:xfrm>
            <a:off x="1990898" y="1633451"/>
            <a:ext cx="8170027" cy="2290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0841BE2-D2BE-43E8-B2F9-8F0DDB625005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 flipV="1">
            <a:off x="2489662" y="4469477"/>
            <a:ext cx="2388523" cy="63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246B331-89F4-4FD2-9B70-87724E1264FA}"/>
              </a:ext>
            </a:extLst>
          </p:cNvPr>
          <p:cNvCxnSpPr>
            <a:stCxn id="12" idx="3"/>
            <a:endCxn id="15" idx="1"/>
          </p:cNvCxnSpPr>
          <p:nvPr/>
        </p:nvCxnSpPr>
        <p:spPr>
          <a:xfrm>
            <a:off x="6898178" y="4469477"/>
            <a:ext cx="2252750" cy="117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2218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우진 최</dc:creator>
  <cp:lastModifiedBy>우진 최</cp:lastModifiedBy>
  <cp:revision>1</cp:revision>
  <dcterms:created xsi:type="dcterms:W3CDTF">2024-09-10T12:53:40Z</dcterms:created>
  <dcterms:modified xsi:type="dcterms:W3CDTF">2024-09-10T12:53:59Z</dcterms:modified>
</cp:coreProperties>
</file>