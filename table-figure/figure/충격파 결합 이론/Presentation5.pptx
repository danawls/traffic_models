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61A9F-8549-4832-9814-DAE7236FE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B3768-FE52-4763-9608-5EFAE835F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4117F-E078-4BC3-A4FA-FB04C415E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CF35-3262-4FC1-89D6-9DE81327B4B6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882E6-09E2-4121-ACC5-93E52DDA5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71617-15F5-411B-9F9A-A6B7D441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18B0-1214-4AD4-9417-C32073AC8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538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B0899-BF10-4630-A2AF-2F216413E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199BC-E44B-4738-B755-EDD5F7DC5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0E454-7D8C-4325-A9B2-9BB370D6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CF35-3262-4FC1-89D6-9DE81327B4B6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8C537-8732-4AF3-8806-688E28E53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4348C-74DD-4B26-862E-F2B74CF30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18B0-1214-4AD4-9417-C32073AC8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295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836E7-77CC-405E-B369-658C4E7F5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994F8-9E23-43C3-9445-D8336FD43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52CB7-BD0F-4374-AFD2-0FA6E92E2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CF35-3262-4FC1-89D6-9DE81327B4B6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A9778-DFA2-4B5E-9FD0-130ED8B9B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E1CA5-3A34-4DDE-AD8A-541BEB442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18B0-1214-4AD4-9417-C32073AC8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482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FBB64-0CCC-4CF2-AA1B-1268F6CE2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FF8F5-F6D3-47F7-9855-CCB18A21F2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EC27D7-96D6-4F9E-8EAA-48B62A4D6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B65CF-F969-440B-A96E-3B1039A37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CF35-3262-4FC1-89D6-9DE81327B4B6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9EF9A-9775-45D5-A041-392D7E62D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48784-7863-49C1-9C05-E12A4F70F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18B0-1214-4AD4-9417-C32073AC8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869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46C2-DC54-4BBF-BC26-3892B098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DB3C6-89E3-4840-AA9B-CBE745E13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23500-3B07-4F57-8B5F-60773F09D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8465B7-B1B3-4DA7-9CA9-74416380C8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05B92E-B28A-472D-8F11-0CA8BF79C6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11E189-E566-40BE-B203-A9E2C7493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CF35-3262-4FC1-89D6-9DE81327B4B6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40817D-3FD6-4D63-99C3-01B18EC54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6BECAA-CA30-430C-B3F1-EFAADED2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18B0-1214-4AD4-9417-C32073AC8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30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3348B-0DD4-4D07-8167-D855D79A4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076C0E-3089-46D5-8BC1-121D34C41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CF35-3262-4FC1-89D6-9DE81327B4B6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05FFC-A7F4-46D6-8B47-7353ED9AE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BB525-D816-4351-A1C3-F235858A7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18B0-1214-4AD4-9417-C32073AC8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535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A71AB6-04F1-4D27-B9E7-93F8B7F7D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CF35-3262-4FC1-89D6-9DE81327B4B6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1C8D33-2646-4709-B7C0-FC6AB68EC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882A1-5165-468A-A2A7-23CB4F96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18B0-1214-4AD4-9417-C32073AC8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962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B3005-1805-4A7C-A256-CBE58740C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8D65C-1E06-4876-AF9D-C03F8BD1F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FA66E9-733A-4588-99FC-F1E484FE8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3040B-1965-4EDD-9988-E34FB4AB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CF35-3262-4FC1-89D6-9DE81327B4B6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58C5E-0BD3-4967-AA50-1EB84BA93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88A69-E2AD-44F6-BD74-7F53E2B8E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18B0-1214-4AD4-9417-C32073AC8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57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A2FB4-4C00-4282-BB7A-35225CC8E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02A44-FD12-4A08-BCB3-DA3945C407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679FBA-8AF7-4DC4-A003-2C95A0581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07D6D-0E88-4E5C-A4DF-A21D155F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CF35-3262-4FC1-89D6-9DE81327B4B6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FD6B4-365F-4FBB-A5E0-0F80E2F13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9F49E-4EB3-4560-8D81-56C3D4CD5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18B0-1214-4AD4-9417-C32073AC8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196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3B88E-6066-4BB6-9946-AB66A718A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002140-4688-4406-8BD8-DA95A8E40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1DBB5-133C-4F7A-BD9F-8FEB1FC6D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CF35-3262-4FC1-89D6-9DE81327B4B6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96CF4-BD86-41D5-910B-0146A6EDD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219A6-AC07-4BE2-817F-61860373E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18B0-1214-4AD4-9417-C32073AC8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573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A6967D-5B4A-4AE1-A8D2-8F5D291F6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D29780-5557-4245-9C61-AC79D8B41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EBC83-A978-4EF3-89F2-4E463C5D4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CF35-3262-4FC1-89D6-9DE81327B4B6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4C743-68C9-4F8D-AE9D-1D1733A33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1FD24-00E9-4DC4-ABAC-B34380CC0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D18B0-1214-4AD4-9417-C32073AC8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755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C203D7-AAB4-4C49-B6F7-D8D65B137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3373E-3B12-433A-8078-7258DB7C2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6703E-E209-482D-8B11-6C023BA41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2CF35-3262-4FC1-89D6-9DE81327B4B6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E13C2-F091-404F-9D24-E808B1C39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A83D2-F0FC-4FCD-B360-6EA7B66C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D18B0-1214-4AD4-9417-C32073AC8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169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행렬 - 위키백과, 우리 모두의 백과사전">
            <a:extLst>
              <a:ext uri="{FF2B5EF4-FFF2-40B4-BE49-F238E27FC236}">
                <a16:creationId xmlns:a16="http://schemas.microsoft.com/office/drawing/2014/main" id="{008C134F-6127-4A6A-8BC5-1359BAA15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18" y="1408402"/>
            <a:ext cx="2085456" cy="1064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표준 편차 - 위키백과, 우리 모두의 백과사전">
            <a:extLst>
              <a:ext uri="{FF2B5EF4-FFF2-40B4-BE49-F238E27FC236}">
                <a16:creationId xmlns:a16="http://schemas.microsoft.com/office/drawing/2014/main" id="{265938FC-5096-4429-978C-9DF3608BC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231" y="834647"/>
            <a:ext cx="4229793" cy="2114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inary Classification with TensorFlow Tutorial">
            <a:extLst>
              <a:ext uri="{FF2B5EF4-FFF2-40B4-BE49-F238E27FC236}">
                <a16:creationId xmlns:a16="http://schemas.microsoft.com/office/drawing/2014/main" id="{CBBBA3CD-2AAE-4332-BFCF-FD47A5202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6571" y="438772"/>
            <a:ext cx="2673927" cy="2339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12EF64-A82E-4E58-8B0B-47CDB03B1F70}"/>
              </a:ext>
            </a:extLst>
          </p:cNvPr>
          <p:cNvSpPr/>
          <p:nvPr/>
        </p:nvSpPr>
        <p:spPr>
          <a:xfrm>
            <a:off x="1031818" y="3429000"/>
            <a:ext cx="2085456" cy="10647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원시 변수</a:t>
            </a:r>
            <a:r>
              <a:rPr lang="en-US" altLang="ko-KR" dirty="0"/>
              <a:t>:</a:t>
            </a:r>
          </a:p>
          <a:p>
            <a:pPr algn="ctr"/>
            <a:r>
              <a:rPr lang="ko-KR" altLang="en-US" dirty="0"/>
              <a:t>교통량</a:t>
            </a:r>
            <a:r>
              <a:rPr lang="en-US" altLang="ko-KR" dirty="0"/>
              <a:t>, </a:t>
            </a:r>
            <a:r>
              <a:rPr lang="ko-KR" altLang="en-US" dirty="0"/>
              <a:t>속도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B3CAA0-B0DE-479B-AD1D-37889B5C8434}"/>
              </a:ext>
            </a:extLst>
          </p:cNvPr>
          <p:cNvSpPr/>
          <p:nvPr/>
        </p:nvSpPr>
        <p:spPr>
          <a:xfrm>
            <a:off x="4516579" y="3812111"/>
            <a:ext cx="2705793" cy="12136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교통량 표준편차 산출 및 </a:t>
            </a:r>
            <a:r>
              <a:rPr lang="ko-KR" altLang="en-US" dirty="0" err="1"/>
              <a:t>임계값</a:t>
            </a:r>
            <a:r>
              <a:rPr lang="ko-KR" altLang="en-US" dirty="0"/>
              <a:t> 정의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3C45117-1179-4DC4-B8A5-3B941255AF8B}"/>
              </a:ext>
            </a:extLst>
          </p:cNvPr>
          <p:cNvSpPr/>
          <p:nvPr/>
        </p:nvSpPr>
        <p:spPr>
          <a:xfrm>
            <a:off x="8993677" y="3385287"/>
            <a:ext cx="2705793" cy="13267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이진 분류를 통한 원시 충격파 속도 산출</a:t>
            </a: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B56ECEC7-9F83-4DF9-B4BE-9F84A6B07EE6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3117274" y="3961379"/>
            <a:ext cx="1399305" cy="45756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E850582E-5F79-4B74-A8D4-F3FE591D55EE}"/>
              </a:ext>
            </a:extLst>
          </p:cNvPr>
          <p:cNvCxnSpPr>
            <a:stCxn id="7" idx="3"/>
            <a:endCxn id="11" idx="1"/>
          </p:cNvCxnSpPr>
          <p:nvPr/>
        </p:nvCxnSpPr>
        <p:spPr>
          <a:xfrm flipV="1">
            <a:off x="7222372" y="4048661"/>
            <a:ext cx="1771305" cy="37027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703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우진 최</dc:creator>
  <cp:lastModifiedBy>우진 최</cp:lastModifiedBy>
  <cp:revision>1</cp:revision>
  <dcterms:created xsi:type="dcterms:W3CDTF">2024-09-10T13:34:12Z</dcterms:created>
  <dcterms:modified xsi:type="dcterms:W3CDTF">2024-09-10T13:34:24Z</dcterms:modified>
</cp:coreProperties>
</file>