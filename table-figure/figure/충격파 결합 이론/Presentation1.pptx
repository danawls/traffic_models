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438" y="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4B4289-7198-482A-B671-DF081D0366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C6D40E-4EEE-4FB3-B8E2-6FBE5C4618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ko-KR"/>
              <a:t>Click to edit Master subtitle style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0AC20A-EB1E-4042-B3C4-19F55D4FC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9727B-8088-4B69-BEFF-026A12BFADDE}" type="datetimeFigureOut">
              <a:rPr lang="ko-KR" altLang="en-US" smtClean="0"/>
              <a:t>2024-09-10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CC9B27-F1FC-4788-95BE-9A71C1B36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932260-988C-4875-9C24-3E37C42B5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A7806-B195-4966-91A6-30EC2384A3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5595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242A55-D03C-484E-8A28-5A7E2193B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B4E000-E046-47EA-9617-3D6C7F8290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620E95-781A-4A5B-A07E-07E0577F82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9727B-8088-4B69-BEFF-026A12BFADDE}" type="datetimeFigureOut">
              <a:rPr lang="ko-KR" altLang="en-US" smtClean="0"/>
              <a:t>2024-09-10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CFEB4B-3A7E-4D67-BBD4-D7F9A921C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F1B5CE-4EFE-4F4C-A776-9C61D72C0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A7806-B195-4966-91A6-30EC2384A3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04570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EF2BE4-A6CB-45A3-A676-86E38FD645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BAE6F2-3D80-4C5A-BEC2-D9BE6434E2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61B3B5-17E7-4BE2-A7AD-8A80947380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9727B-8088-4B69-BEFF-026A12BFADDE}" type="datetimeFigureOut">
              <a:rPr lang="ko-KR" altLang="en-US" smtClean="0"/>
              <a:t>2024-09-10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D7291F-F160-43F4-8FA5-A42695215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34550F-1B28-4E6B-8CE4-57298B777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A7806-B195-4966-91A6-30EC2384A3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92745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D3A77-6E6A-4F92-B7F6-706642653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2FDA23-3DF4-4811-8925-A812E3F814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AB14A4-0BF6-4CE7-AA35-19202C764B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29114F-F683-47F0-B047-4A63B0597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9727B-8088-4B69-BEFF-026A12BFADDE}" type="datetimeFigureOut">
              <a:rPr lang="ko-KR" altLang="en-US" smtClean="0"/>
              <a:t>2024-09-10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209873-3F1B-4498-9E10-D1C460E45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AC53A5-00D1-4696-BEFE-E41F16850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A7806-B195-4966-91A6-30EC2384A3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09432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6A50D-95AE-446B-87AE-2176509FB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BE48AE-E20E-4C29-BE2E-AD057C98A9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070B3C-8D1F-41D2-8D55-6882354F22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FFB1C9-AC0B-4BB6-B46E-27A84FA26C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9524A4-B8AE-483F-86D7-B3DB875B0F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21714BF-A500-408F-99E9-A038669A0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9727B-8088-4B69-BEFF-026A12BFADDE}" type="datetimeFigureOut">
              <a:rPr lang="ko-KR" altLang="en-US" smtClean="0"/>
              <a:t>2024-09-10</a:t>
            </a:fld>
            <a:endParaRPr lang="ko-KR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99F42E7-FE82-4013-8C9F-3C506ECB5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41B0A7-3F5E-4ACE-8B17-06C0F01FA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A7806-B195-4966-91A6-30EC2384A3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5576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A37BA-6B2D-401A-BE30-8CFF63EB9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600F773-569B-452A-B789-718B468B6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9727B-8088-4B69-BEFF-026A12BFADDE}" type="datetimeFigureOut">
              <a:rPr lang="ko-KR" altLang="en-US" smtClean="0"/>
              <a:t>2024-09-10</a:t>
            </a:fld>
            <a:endParaRPr lang="ko-KR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B8C02B-A46F-423A-9907-C7115AAA3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A1F405-3E25-4884-AEE4-2618683B4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A7806-B195-4966-91A6-30EC2384A3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47275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40BB95A-902F-4169-9174-694367A871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9727B-8088-4B69-BEFF-026A12BFADDE}" type="datetimeFigureOut">
              <a:rPr lang="ko-KR" altLang="en-US" smtClean="0"/>
              <a:t>2024-09-10</a:t>
            </a:fld>
            <a:endParaRPr lang="ko-KR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8B8C5A-3025-4AF7-B313-C333D9E6F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8ECEF1-1144-4885-83BD-99AF8AC06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A7806-B195-4966-91A6-30EC2384A3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28936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190E3-C391-4CC7-8980-AB3ED8180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A43E70-E9EA-4CB3-835E-FF247CD56E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231271-DF0F-4977-A2F0-6ECC8EEFD2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DAF2CD-2161-4FDC-AEF9-CAA94A0A2B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9727B-8088-4B69-BEFF-026A12BFADDE}" type="datetimeFigureOut">
              <a:rPr lang="ko-KR" altLang="en-US" smtClean="0"/>
              <a:t>2024-09-10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65F6B3-E2B9-4D9B-8DD8-7D333DC4C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02E88C-93E9-4252-8335-24389473D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A7806-B195-4966-91A6-30EC2384A3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2882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68A51-89C5-4342-86FB-3844BBDDEE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87499B4-052D-4A1D-BDDF-17AEF32541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F46743-8DBF-43A1-9A78-0AFBE9E79E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7B2503-4CA6-42B1-96FA-C754AFCE8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9727B-8088-4B69-BEFF-026A12BFADDE}" type="datetimeFigureOut">
              <a:rPr lang="ko-KR" altLang="en-US" smtClean="0"/>
              <a:t>2024-09-10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E4405A-55FA-424C-AD34-D68B775CE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E054EE-E50A-4A97-A338-ED162AE13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A7806-B195-4966-91A6-30EC2384A3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82980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21E40-5C9D-46E6-B91F-8FDA54CEE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B8B243-105A-4D9A-A50E-627350CCAB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4ADCF1-9065-453F-B856-0BA7C1822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9727B-8088-4B69-BEFF-026A12BFADDE}" type="datetimeFigureOut">
              <a:rPr lang="ko-KR" altLang="en-US" smtClean="0"/>
              <a:t>2024-09-10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846D20-5D3A-4F12-B503-2C942D01A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D587FE-C8BF-4AA6-80B9-C12DF6960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A7806-B195-4966-91A6-30EC2384A3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86642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EE50E5-281A-45EE-983F-155D171013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30CAAE-FC49-42F6-BF71-828E224C65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E6B304-DC69-4C1C-8255-C5E327772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9727B-8088-4B69-BEFF-026A12BFADDE}" type="datetimeFigureOut">
              <a:rPr lang="ko-KR" altLang="en-US" smtClean="0"/>
              <a:t>2024-09-10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22696E-B3D1-4FBC-B527-BAD411748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ABA735-725E-485B-B784-51FFFE20C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A7806-B195-4966-91A6-30EC2384A3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57941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90DE45-B465-4AB6-A934-0EEF19E5B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A0765E-07A4-43B6-94EA-104D0E6969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774A32-31E2-46AD-8550-9E9094919B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09727B-8088-4B69-BEFF-026A12BFADDE}" type="datetimeFigureOut">
              <a:rPr lang="ko-KR" altLang="en-US" smtClean="0"/>
              <a:t>2024-09-10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1FF5B0-2607-40C7-BBB6-1E05833C6B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F687E4-75F1-475B-A040-24177E1CD5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AA7806-B195-4966-91A6-30EC2384A33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47333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F7EBA40-F303-4FF4-B356-E59DE1810D53}"/>
              </a:ext>
            </a:extLst>
          </p:cNvPr>
          <p:cNvSpPr/>
          <p:nvPr/>
        </p:nvSpPr>
        <p:spPr>
          <a:xfrm>
            <a:off x="860366" y="894136"/>
            <a:ext cx="2522915" cy="140692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충격파 이론의 모델에 적용할 특성 추출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D690556-7B1E-4A35-B5D4-8E7990C9A184}"/>
              </a:ext>
            </a:extLst>
          </p:cNvPr>
          <p:cNvSpPr/>
          <p:nvPr/>
        </p:nvSpPr>
        <p:spPr>
          <a:xfrm>
            <a:off x="4822074" y="739832"/>
            <a:ext cx="2547851" cy="125937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GRU</a:t>
            </a:r>
            <a:r>
              <a:rPr lang="ko-KR" altLang="en-US" dirty="0"/>
              <a:t>원식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96BC7C6-7705-4827-9625-397E014826BC}"/>
              </a:ext>
            </a:extLst>
          </p:cNvPr>
          <p:cNvSpPr/>
          <p:nvPr/>
        </p:nvSpPr>
        <p:spPr>
          <a:xfrm>
            <a:off x="1172095" y="4784493"/>
            <a:ext cx="2327563" cy="125937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추출한 특성을 </a:t>
            </a:r>
            <a:r>
              <a:rPr lang="en-US" altLang="ko-KR" dirty="0"/>
              <a:t>GRU</a:t>
            </a:r>
            <a:r>
              <a:rPr lang="ko-KR" altLang="en-US" dirty="0" err="1"/>
              <a:t>원식에</a:t>
            </a:r>
            <a:r>
              <a:rPr lang="ko-KR" altLang="en-US" dirty="0"/>
              <a:t> 모식적으로 적용</a:t>
            </a:r>
          </a:p>
        </p:txBody>
      </p: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5D178437-F6C1-469C-A353-D0CA1FC7C8AA}"/>
              </a:ext>
            </a:extLst>
          </p:cNvPr>
          <p:cNvCxnSpPr>
            <a:cxnSpLocks/>
            <a:stCxn id="4" idx="3"/>
            <a:endCxn id="7" idx="1"/>
          </p:cNvCxnSpPr>
          <p:nvPr/>
        </p:nvCxnSpPr>
        <p:spPr>
          <a:xfrm flipH="1">
            <a:off x="1172095" y="1597601"/>
            <a:ext cx="2211186" cy="3816581"/>
          </a:xfrm>
          <a:prstGeom prst="bentConnector5">
            <a:avLst>
              <a:gd name="adj1" fmla="val -10338"/>
              <a:gd name="adj2" fmla="val 50967"/>
              <a:gd name="adj3" fmla="val 11033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23DC0DBD-C55D-42A8-AD67-AE1E787CE953}"/>
              </a:ext>
            </a:extLst>
          </p:cNvPr>
          <p:cNvSpPr/>
          <p:nvPr/>
        </p:nvSpPr>
        <p:spPr>
          <a:xfrm>
            <a:off x="4980015" y="4726304"/>
            <a:ext cx="2231968" cy="119287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모식적으로 적용된 원리를 수식으로 변환</a:t>
            </a:r>
          </a:p>
        </p:txBody>
      </p: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2D38CA6D-C1F6-4F38-B623-9B867F2F7D57}"/>
              </a:ext>
            </a:extLst>
          </p:cNvPr>
          <p:cNvCxnSpPr>
            <a:cxnSpLocks/>
            <a:stCxn id="7" idx="3"/>
            <a:endCxn id="5" idx="2"/>
          </p:cNvCxnSpPr>
          <p:nvPr/>
        </p:nvCxnSpPr>
        <p:spPr>
          <a:xfrm flipV="1">
            <a:off x="3499658" y="1369521"/>
            <a:ext cx="1322416" cy="404466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253AF0BA-47B3-4A12-BFDE-DF8A2E78FCE9}"/>
              </a:ext>
            </a:extLst>
          </p:cNvPr>
          <p:cNvCxnSpPr>
            <a:stCxn id="5" idx="4"/>
            <a:endCxn id="19" idx="0"/>
          </p:cNvCxnSpPr>
          <p:nvPr/>
        </p:nvCxnSpPr>
        <p:spPr>
          <a:xfrm rot="5400000">
            <a:off x="4732453" y="3362757"/>
            <a:ext cx="2727094" cy="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FB09DEA8-390D-4B14-8062-98D043DDEC97}"/>
              </a:ext>
            </a:extLst>
          </p:cNvPr>
          <p:cNvSpPr/>
          <p:nvPr/>
        </p:nvSpPr>
        <p:spPr>
          <a:xfrm>
            <a:off x="8808718" y="717231"/>
            <a:ext cx="2552007" cy="13045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충격파 이론 결합 모델의 이론적 정립</a:t>
            </a:r>
          </a:p>
        </p:txBody>
      </p: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78EFFA51-A743-4FD1-A023-E8DBA3D09F66}"/>
              </a:ext>
            </a:extLst>
          </p:cNvPr>
          <p:cNvCxnSpPr>
            <a:stCxn id="19" idx="3"/>
            <a:endCxn id="28" idx="1"/>
          </p:cNvCxnSpPr>
          <p:nvPr/>
        </p:nvCxnSpPr>
        <p:spPr>
          <a:xfrm flipV="1">
            <a:off x="7211983" y="1369521"/>
            <a:ext cx="1596735" cy="395322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CFE833DD-55A5-45DD-A9E2-2C1C3E8F1E73}"/>
              </a:ext>
            </a:extLst>
          </p:cNvPr>
          <p:cNvSpPr/>
          <p:nvPr/>
        </p:nvSpPr>
        <p:spPr>
          <a:xfrm>
            <a:off x="8923017" y="4724226"/>
            <a:ext cx="2323407" cy="137991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실증 연구</a:t>
            </a:r>
            <a:r>
              <a:rPr lang="en-US" altLang="ko-KR" dirty="0"/>
              <a:t>:</a:t>
            </a:r>
          </a:p>
          <a:p>
            <a:pPr algn="ctr"/>
            <a:r>
              <a:rPr lang="ko-KR" altLang="en-US" dirty="0"/>
              <a:t>성능 검증</a:t>
            </a:r>
          </a:p>
        </p:txBody>
      </p: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A2D7D5E5-8230-4767-8058-A7E76ACBA93E}"/>
              </a:ext>
            </a:extLst>
          </p:cNvPr>
          <p:cNvCxnSpPr>
            <a:stCxn id="28" idx="2"/>
            <a:endCxn id="31" idx="0"/>
          </p:cNvCxnSpPr>
          <p:nvPr/>
        </p:nvCxnSpPr>
        <p:spPr>
          <a:xfrm rot="5400000">
            <a:off x="8733515" y="3373018"/>
            <a:ext cx="2702415" cy="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80425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30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우진 최</dc:creator>
  <cp:lastModifiedBy>우진 최</cp:lastModifiedBy>
  <cp:revision>2</cp:revision>
  <dcterms:created xsi:type="dcterms:W3CDTF">2024-09-10T12:02:31Z</dcterms:created>
  <dcterms:modified xsi:type="dcterms:W3CDTF">2024-09-10T12:13:03Z</dcterms:modified>
</cp:coreProperties>
</file>