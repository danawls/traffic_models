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02C0A-2D7C-4317-A270-B8FADD6A7D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162B6-677C-4102-9FD2-57936E4EE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AD241-A41A-43F7-8D7B-EB6389CA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80BCB-8EC7-4902-9974-37DF26A83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46CFA-5F4E-4EFF-9592-77AE8BCEB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729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C6E59-5B8B-459A-A41E-8529235CB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CE18-578B-4CD2-B4EA-ABD48A2DF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7BF-14FA-4437-B590-51918BB9B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4B5C2-6645-44DC-BDBC-92FD52A23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BBBC9-04EA-4EFE-9E3E-D3D99A177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9589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7BB8D-C805-4D04-9F4E-761BC54B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D0EF8-A5CB-4FD9-9A18-3D2426DF3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48623-7921-4BE2-83F6-2F43825E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A2F7-BB71-4540-8565-4E55D567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864FA-1C26-45AD-9C6A-F3D2C8BC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184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309C5-8B76-4F3E-A381-DA12ECC46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C2C12-9513-412A-AE79-0179BE005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342C0-BFDC-4377-97A4-B4AB8C65D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F182A-93FE-4E8B-90B2-F2338CCB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7EE87-7525-49AB-B232-1DC8FE09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782BC-F69B-49AA-BC4C-9D7C2CE50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486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22C1-F711-4AE9-B2AE-16C84D55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6B3FE-5D89-4E5C-9541-438AE73DD3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72C7A-2079-454E-AC19-4FA204010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02A4C-F5CE-47EF-9947-02041AF6DD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E805E-5173-434B-9761-655C61409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D30A13-81B6-498A-A871-5BB28FDB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093058-57BB-4011-BAF8-3F36C1A6B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7729AF-22EF-44A7-BCC2-3281BA2AB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360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A3D01-F16C-462B-B545-23C7C2E9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970D4-8F3F-429C-A3A7-C7B6D3829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285925-107D-44A2-AAFB-007D0459A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0DEDB5-FE94-4521-838A-2B50969C2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46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6FB51-92BB-4BD9-9098-E577396B9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4FCAE-BDCE-4D57-9713-B4230256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4802D-0F39-411E-BA48-CBEA77E86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5061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D2BC-847B-462E-8894-F6C563920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66B6C-3842-454A-AD52-F84FB9776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07D79F-AEBA-4833-9C05-6C69AB289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45BB17-FF8E-4B12-BD32-F45D8254F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1378C-23EE-4234-9395-8D1AF1654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CE9B2-E2E1-4E59-8E6F-C15ED0634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99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AB6C0-54C5-4F30-9854-D3E5BD03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5884C-A770-4F22-82B0-9DE2093168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07353-4DAB-4564-A98C-98E54C5FE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32961-978C-4640-AB84-4B19D965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DDA21-9877-44AE-BB23-CD20D7E1E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B0BED-3A5E-4333-BCB9-BD441D494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647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20635-00D4-4C6E-9F9F-A59E46C3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E2E06C-3B94-4074-9857-48EE5E3A9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9F8A4-6E2A-43C7-87D5-D90CA956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168F5-C19E-4501-BECF-5C5CFBA64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65798-F7F8-47B8-BF77-D7A7474EB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97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12BB49-9F22-4F78-98B2-517A4620B8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5E46D-5964-472F-8DC3-634DF33885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8D9FD-C3BD-4F8C-B707-0334A0FA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B13DC-EDF8-46E8-890B-E6620173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A19BE-160F-4330-9875-68E4DE84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01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8BAF35-801D-493D-8C60-DF595AF13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534B47-E1C5-4781-A9AB-6EF09C1B4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9A800-2393-4C61-92F1-CE6AAA8D8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4C545-7A0C-41A0-945D-8011180C26B3}" type="datetimeFigureOut">
              <a:rPr lang="ko-KR" altLang="en-US" smtClean="0"/>
              <a:t>2024-09-10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A5098-DB5D-4C8A-89B8-F0D0139E5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1C588-336F-4B3A-BA7E-6E802224FD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DA4B1-E1DF-4F6C-AD60-DBA8224866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51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Moving Average (MA): Purpose, Uses, Formula, and Examples">
            <a:extLst>
              <a:ext uri="{FF2B5EF4-FFF2-40B4-BE49-F238E27FC236}">
                <a16:creationId xmlns:a16="http://schemas.microsoft.com/office/drawing/2014/main" id="{58C70698-D8C7-4C43-AFD9-4462AA6A86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166" y="793867"/>
            <a:ext cx="2993283" cy="187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897208-FA29-493C-B3A1-5C3883380074}"/>
              </a:ext>
            </a:extLst>
          </p:cNvPr>
          <p:cNvCxnSpPr/>
          <p:nvPr/>
        </p:nvCxnSpPr>
        <p:spPr>
          <a:xfrm>
            <a:off x="6384174" y="1866206"/>
            <a:ext cx="0" cy="46967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24F7BF-E901-4AF9-950C-DBE18265A379}"/>
              </a:ext>
            </a:extLst>
          </p:cNvPr>
          <p:cNvCxnSpPr/>
          <p:nvPr/>
        </p:nvCxnSpPr>
        <p:spPr>
          <a:xfrm>
            <a:off x="6783185" y="1537854"/>
            <a:ext cx="0" cy="71905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C120E8-994C-46C8-9690-6362BF09777C}"/>
              </a:ext>
            </a:extLst>
          </p:cNvPr>
          <p:cNvCxnSpPr/>
          <p:nvPr/>
        </p:nvCxnSpPr>
        <p:spPr>
          <a:xfrm flipV="1">
            <a:off x="6363392" y="2256905"/>
            <a:ext cx="453044" cy="7897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04B4F62-FF0B-47FB-93F3-D9B76B56705C}"/>
              </a:ext>
            </a:extLst>
          </p:cNvPr>
          <p:cNvSpPr txBox="1"/>
          <p:nvPr/>
        </p:nvSpPr>
        <p:spPr>
          <a:xfrm>
            <a:off x="6212551" y="2381099"/>
            <a:ext cx="9405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K window</a:t>
            </a:r>
            <a:endParaRPr lang="ko-KR" altLang="en-US" sz="10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932822-D5E8-48FB-B436-7F578CBC721C}"/>
              </a:ext>
            </a:extLst>
          </p:cNvPr>
          <p:cNvSpPr/>
          <p:nvPr/>
        </p:nvSpPr>
        <p:spPr>
          <a:xfrm>
            <a:off x="4663441" y="3487189"/>
            <a:ext cx="2190403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예측 시점을 기점으로 </a:t>
            </a:r>
            <a:r>
              <a:rPr lang="en-US" altLang="ko-KR" dirty="0"/>
              <a:t>K </a:t>
            </a:r>
            <a:r>
              <a:rPr lang="ko-KR" altLang="en-US" dirty="0"/>
              <a:t>창 안의 이동 평균 산출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61F10F7-A9A5-4B62-9103-E88E4A4291F1}"/>
              </a:ext>
            </a:extLst>
          </p:cNvPr>
          <p:cNvSpPr/>
          <p:nvPr/>
        </p:nvSpPr>
        <p:spPr>
          <a:xfrm>
            <a:off x="8535787" y="3399905"/>
            <a:ext cx="2190403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이동평균을 </a:t>
            </a:r>
            <a:r>
              <a:rPr lang="ko-KR" altLang="en-US" dirty="0" err="1"/>
              <a:t>임계값으로</a:t>
            </a:r>
            <a:r>
              <a:rPr lang="ko-KR" altLang="en-US" dirty="0"/>
              <a:t> 이진 분류</a:t>
            </a:r>
          </a:p>
        </p:txBody>
      </p:sp>
      <p:pic>
        <p:nvPicPr>
          <p:cNvPr id="1032" name="Picture 8" descr="4 Types of Classification Tasks in Machine Learning -  MachineLearningMastery.com">
            <a:extLst>
              <a:ext uri="{FF2B5EF4-FFF2-40B4-BE49-F238E27FC236}">
                <a16:creationId xmlns:a16="http://schemas.microsoft.com/office/drawing/2014/main" id="{E2EF18E1-A703-4363-8DA1-A0F8A85C0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590" y="486297"/>
            <a:ext cx="3139440" cy="235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96DDB7-F874-4D82-955D-7B1F94B432E7}"/>
              </a:ext>
            </a:extLst>
          </p:cNvPr>
          <p:cNvSpPr/>
          <p:nvPr/>
        </p:nvSpPr>
        <p:spPr>
          <a:xfrm>
            <a:off x="1000299" y="3399905"/>
            <a:ext cx="2190403" cy="100584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원시 변수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A3E50AF-12C7-49E7-842F-F59C87A96E01}"/>
              </a:ext>
            </a:extLst>
          </p:cNvPr>
          <p:cNvCxnSpPr>
            <a:stCxn id="17" idx="3"/>
            <a:endCxn id="13" idx="1"/>
          </p:cNvCxnSpPr>
          <p:nvPr/>
        </p:nvCxnSpPr>
        <p:spPr>
          <a:xfrm>
            <a:off x="3190702" y="3902825"/>
            <a:ext cx="1472739" cy="8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09A6A4D-7627-4D62-BAA9-A78A401477FB}"/>
              </a:ext>
            </a:extLst>
          </p:cNvPr>
          <p:cNvCxnSpPr>
            <a:stCxn id="13" idx="3"/>
            <a:endCxn id="15" idx="1"/>
          </p:cNvCxnSpPr>
          <p:nvPr/>
        </p:nvCxnSpPr>
        <p:spPr>
          <a:xfrm flipV="1">
            <a:off x="6853844" y="3902825"/>
            <a:ext cx="1681943" cy="872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4" name="Picture 10" descr="행렬 - 위키백과, 우리 모두의 백과사전">
            <a:extLst>
              <a:ext uri="{FF2B5EF4-FFF2-40B4-BE49-F238E27FC236}">
                <a16:creationId xmlns:a16="http://schemas.microsoft.com/office/drawing/2014/main" id="{7862AF33-8F66-4CCC-9C81-C3D6F8F3F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635" y="1301434"/>
            <a:ext cx="2411730" cy="123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950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1</cp:revision>
  <dcterms:created xsi:type="dcterms:W3CDTF">2024-09-10T13:54:29Z</dcterms:created>
  <dcterms:modified xsi:type="dcterms:W3CDTF">2024-09-10T13:54:42Z</dcterms:modified>
</cp:coreProperties>
</file>