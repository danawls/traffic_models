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9B116-5368-4B21-B40A-2308314351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FE68F-2A08-47D8-81E6-4BE1B2D84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1EA4F-10C1-4FB1-9B46-E3E726623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859D5-A757-41AA-9DB8-DD98828AC777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C5F01-B5DD-4A61-AEC3-9CB7B7AD0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CFC0E-6451-42D2-B4E7-5B3F55D2F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97E8-E931-4ED4-866C-A18C479F3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575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B13EB-117E-44A0-B648-48029B0E6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3192C-CC41-443A-B110-164E6E883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DAE38-0BC3-4BD8-BDC8-35B7B4AB2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859D5-A757-41AA-9DB8-DD98828AC777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8676C-A2FB-4639-8742-7EDCDB6E3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920A4-5D62-4179-8CB8-D71E7E72D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97E8-E931-4ED4-866C-A18C479F3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51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57490-D61A-4D77-A4BC-94ED3CF67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6D0B1-EA59-4548-BFB0-237D3895A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833C6-AA67-4D4D-BA56-B9F4D4BD3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859D5-A757-41AA-9DB8-DD98828AC777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69912-D576-45AB-A447-6873CE788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F5817-F7D6-4D54-B860-3152B9B21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97E8-E931-4ED4-866C-A18C479F3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462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D6ACA-1C37-4F61-AAA5-2E9D3FC3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44A5D-D09D-432E-BE9D-21E53A7A2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277340-9A6E-4BDD-A180-56EAC5FDC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6FA4FD-44CD-4A26-943E-233BB37E0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859D5-A757-41AA-9DB8-DD98828AC777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187D1-58BD-4CF6-B545-5B3F11704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A14AA-C011-4DBD-A2FF-4F43AB7D6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97E8-E931-4ED4-866C-A18C479F3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564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692DB-C87B-4BA4-9552-EE0D1CE1B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CB672-7D1E-4189-95C6-E4B1EE6F4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9FC0B-F521-4191-81B6-62D3BB0DD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8322A4-D4F3-432A-BEFC-78F00DAE9B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138D3E-A345-4D38-9242-DF6DB764B4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24433-B20D-4DE2-A577-69CAFD399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859D5-A757-41AA-9DB8-DD98828AC777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C86505-463F-4D5B-A7D0-76B1D546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7C904-83E0-4CD2-82B1-F778CC752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97E8-E931-4ED4-866C-A18C479F3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920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80C52-CD4B-496E-8861-A8F9CBEBF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D5E81F-9385-4F4D-B309-F1B602BF9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859D5-A757-41AA-9DB8-DD98828AC777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B50A2D-A7BC-4B8B-AA09-8D36FDF1A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1028C6-E7AE-41B5-BA47-9F62BC83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97E8-E931-4ED4-866C-A18C479F3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1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9813F5-2FA0-414A-BB53-2FC01C699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859D5-A757-41AA-9DB8-DD98828AC777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783DDB-4E81-4375-A297-B0D3EDA69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06A93-82C6-43E7-814C-2A93D8EA1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97E8-E931-4ED4-866C-A18C479F3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095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64300-3BFC-4F77-9205-DE9E9AAF3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DEB6B-2D2C-4058-B9F4-1CAFD31B9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41F83D-C671-458F-B833-50DFDBA8D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8D9DE-2538-4118-A8F4-0A7ABE6C5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859D5-A757-41AA-9DB8-DD98828AC777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81018-C076-4E5D-8DD1-7346D719F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E4BD9-E7D3-48C6-9B6B-1A7C9734F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97E8-E931-4ED4-866C-A18C479F3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748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67F22-C817-424D-9F31-268C5C5D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D4649C-AFB2-4533-9BBD-B558E3837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0ADF4-4EE5-4F9A-A39B-1867D65F2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88B8E9-A4AF-4E16-9633-C17637998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859D5-A757-41AA-9DB8-DD98828AC777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3A2B3-C58B-4987-8B39-FBA9721D1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0351B-4816-4C6D-89E2-F57CE28A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97E8-E931-4ED4-866C-A18C479F3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454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2A0B0-8729-453C-9F3E-0AF9DFFB8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85214A-75DE-4C07-A38E-170A5C679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16910-D505-4BA8-B40D-0078EBBB7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859D5-A757-41AA-9DB8-DD98828AC777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46D19-1E6D-457F-9CF4-030843038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D1DE2-BAF5-4D71-AF15-C4B642FF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97E8-E931-4ED4-866C-A18C479F3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045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DBE9BB-3455-4854-9E33-2DE96CD2F3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2BF0A-6D2B-4E31-B869-F27B6C2BC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D7BA4-BAD2-4B73-88EF-0D1FD254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859D5-A757-41AA-9DB8-DD98828AC777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18E58-E19B-485C-A8DB-9EF18C42F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BAD46-924C-4074-AA32-C4A312587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97E8-E931-4ED4-866C-A18C479F3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574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B1BA73-CAAE-4F9F-9940-53351819E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C52AE-EDCB-4679-9DC0-7FC0676D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3C01E-CC93-497A-8E7C-392BB1F127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859D5-A757-41AA-9DB8-DD98828AC777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BF66D-0E76-474E-B8E6-FF9E2A801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F197B-2280-4D33-AD2F-247379AEC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897E8-E931-4ED4-866C-A18C479F3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994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D9EF09-78AA-45D1-AAB0-74EB7304C414}"/>
              </a:ext>
            </a:extLst>
          </p:cNvPr>
          <p:cNvSpPr/>
          <p:nvPr/>
        </p:nvSpPr>
        <p:spPr>
          <a:xfrm>
            <a:off x="5034425" y="880107"/>
            <a:ext cx="2369127" cy="10702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충격파 값 수정</a:t>
            </a:r>
          </a:p>
        </p:txBody>
      </p:sp>
      <p:pic>
        <p:nvPicPr>
          <p:cNvPr id="1026" name="Picture 2" descr="Topic] 충격파 : 네이버 블로그">
            <a:extLst>
              <a:ext uri="{FF2B5EF4-FFF2-40B4-BE49-F238E27FC236}">
                <a16:creationId xmlns:a16="http://schemas.microsoft.com/office/drawing/2014/main" id="{13A12293-9032-4DF4-9060-137E97115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143" y="224444"/>
            <a:ext cx="2165783" cy="1795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19BF1CA-0753-43FD-9311-DF9ED9458EBA}"/>
              </a:ext>
            </a:extLst>
          </p:cNvPr>
          <p:cNvSpPr/>
          <p:nvPr/>
        </p:nvSpPr>
        <p:spPr>
          <a:xfrm>
            <a:off x="615143" y="2071948"/>
            <a:ext cx="2165783" cy="4094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충격파 발생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4E6C683-1D74-40F9-A5D1-44CC8F99B4E1}"/>
              </a:ext>
            </a:extLst>
          </p:cNvPr>
          <p:cNvSpPr/>
          <p:nvPr/>
        </p:nvSpPr>
        <p:spPr>
          <a:xfrm>
            <a:off x="3422076" y="4932564"/>
            <a:ext cx="1046015" cy="650471"/>
          </a:xfrm>
          <a:prstGeom prst="rightArrow">
            <a:avLst>
              <a:gd name="adj1" fmla="val 50000"/>
              <a:gd name="adj2" fmla="val 41232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DF3F516-E247-4661-8101-1674A2A2B4DE}"/>
              </a:ext>
            </a:extLst>
          </p:cNvPr>
          <p:cNvSpPr/>
          <p:nvPr/>
        </p:nvSpPr>
        <p:spPr>
          <a:xfrm>
            <a:off x="7710057" y="1122218"/>
            <a:ext cx="1046015" cy="650471"/>
          </a:xfrm>
          <a:prstGeom prst="rightArrow">
            <a:avLst>
              <a:gd name="adj1" fmla="val 50000"/>
              <a:gd name="adj2" fmla="val 41232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239FB5-A5B1-4894-9561-11427E5F420D}"/>
              </a:ext>
            </a:extLst>
          </p:cNvPr>
          <p:cNvSpPr/>
          <p:nvPr/>
        </p:nvSpPr>
        <p:spPr>
          <a:xfrm>
            <a:off x="9139527" y="880107"/>
            <a:ext cx="2369127" cy="10702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교통 상황에 적용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374009-1481-4E1D-A9A0-A94E0955C298}"/>
              </a:ext>
            </a:extLst>
          </p:cNvPr>
          <p:cNvSpPr/>
          <p:nvPr/>
        </p:nvSpPr>
        <p:spPr>
          <a:xfrm>
            <a:off x="615143" y="5541469"/>
            <a:ext cx="2192641" cy="50292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입력값</a:t>
            </a:r>
            <a:r>
              <a:rPr lang="ko-KR" altLang="en-US" dirty="0"/>
              <a:t> 발생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4C3122E-5C1E-4882-9B7A-3864B86E6DE4}"/>
              </a:ext>
            </a:extLst>
          </p:cNvPr>
          <p:cNvSpPr/>
          <p:nvPr/>
        </p:nvSpPr>
        <p:spPr>
          <a:xfrm>
            <a:off x="3384668" y="1162396"/>
            <a:ext cx="1046015" cy="650471"/>
          </a:xfrm>
          <a:prstGeom prst="rightArrow">
            <a:avLst>
              <a:gd name="adj1" fmla="val 50000"/>
              <a:gd name="adj2" fmla="val 41232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7B07A02-37BA-482A-A75A-172DEC544EE9}"/>
              </a:ext>
            </a:extLst>
          </p:cNvPr>
          <p:cNvSpPr/>
          <p:nvPr/>
        </p:nvSpPr>
        <p:spPr>
          <a:xfrm>
            <a:off x="5042739" y="4722667"/>
            <a:ext cx="2369127" cy="107026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가중치</a:t>
            </a:r>
            <a:r>
              <a:rPr lang="en-US" altLang="ko-KR" dirty="0"/>
              <a:t>(W)</a:t>
            </a:r>
            <a:r>
              <a:rPr lang="ko-KR" altLang="en-US" dirty="0"/>
              <a:t>를 통한 </a:t>
            </a:r>
            <a:r>
              <a:rPr lang="ko-KR" altLang="en-US" dirty="0" err="1"/>
              <a:t>입력값</a:t>
            </a:r>
            <a:r>
              <a:rPr lang="ko-KR" altLang="en-US" dirty="0"/>
              <a:t> 수정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1FCC31D-DFAB-43A4-9D4B-ED21E6656AC0}"/>
              </a:ext>
            </a:extLst>
          </p:cNvPr>
          <p:cNvSpPr/>
          <p:nvPr/>
        </p:nvSpPr>
        <p:spPr>
          <a:xfrm>
            <a:off x="7793185" y="4932564"/>
            <a:ext cx="1046015" cy="650471"/>
          </a:xfrm>
          <a:prstGeom prst="rightArrow">
            <a:avLst>
              <a:gd name="adj1" fmla="val 50000"/>
              <a:gd name="adj2" fmla="val 41232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5542503-FDFD-46C1-A333-D8B4246E29B6}"/>
              </a:ext>
            </a:extLst>
          </p:cNvPr>
          <p:cNvSpPr/>
          <p:nvPr/>
        </p:nvSpPr>
        <p:spPr>
          <a:xfrm>
            <a:off x="9139527" y="4722666"/>
            <a:ext cx="2369127" cy="107026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은닉 상태와 다음 시점 예측 값에 적용</a:t>
            </a:r>
          </a:p>
        </p:txBody>
      </p:sp>
      <p:pic>
        <p:nvPicPr>
          <p:cNvPr id="1028" name="Picture 4" descr="행렬 - 위키백과, 우리 모두의 백과사전">
            <a:extLst>
              <a:ext uri="{FF2B5EF4-FFF2-40B4-BE49-F238E27FC236}">
                <a16:creationId xmlns:a16="http://schemas.microsoft.com/office/drawing/2014/main" id="{CDCCCD33-BB15-4B06-8916-9E6766916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143" y="4015047"/>
            <a:ext cx="2193379" cy="111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33F6ECF-BB5B-475E-95C4-9ABCD6326F54}"/>
              </a:ext>
            </a:extLst>
          </p:cNvPr>
          <p:cNvSpPr/>
          <p:nvPr/>
        </p:nvSpPr>
        <p:spPr>
          <a:xfrm>
            <a:off x="3697996" y="3258590"/>
            <a:ext cx="5041984" cy="4156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두 과정이 논리적으로 유사한 과정으로 판단</a:t>
            </a:r>
          </a:p>
        </p:txBody>
      </p:sp>
    </p:spTree>
    <p:extLst>
      <p:ext uri="{BB962C8B-B14F-4D97-AF65-F5344CB8AC3E}">
        <p14:creationId xmlns:p14="http://schemas.microsoft.com/office/powerpoint/2010/main" val="2220457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우진 최</dc:creator>
  <cp:lastModifiedBy>우진 최</cp:lastModifiedBy>
  <cp:revision>2</cp:revision>
  <dcterms:created xsi:type="dcterms:W3CDTF">2024-09-10T12:32:30Z</dcterms:created>
  <dcterms:modified xsi:type="dcterms:W3CDTF">2024-09-10T12:36:41Z</dcterms:modified>
</cp:coreProperties>
</file>