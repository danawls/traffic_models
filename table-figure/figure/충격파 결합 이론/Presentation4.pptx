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181F-743B-4E7C-A58C-6834D0BB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AD29F-C06E-4F06-97E1-E0DB42258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4B549-A345-4655-803F-6D402F35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40DDD-BEEE-4181-ABCC-39004043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CDF5B-2B34-4B3A-A1CE-33B8CAAC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39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3220-7AB6-4BE0-B731-A8FFBA84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A82AB-0320-4BF0-9F0A-EA31BBD6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CF42D-564D-4025-8A66-1428F848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9D7A-C817-42CF-BA79-A4DCC75E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EF4E9-572C-4B5E-B20C-3BFCEB1D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2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5C5B-9F7D-4D62-8E30-9D1F4517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36CC8-0B61-428D-BC5D-EFC650842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BA7FB-81D4-4E35-8634-F2F7BF4E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C10D9-4364-4C69-900F-E2C4F68E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4A7A-A82F-4100-A02B-14D2E7D5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1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4FF0-B13F-4BB0-836C-FEF8EA85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F336-2F6D-4BDF-82DC-2D938B3D2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16D2B-90B8-42CC-BE7D-35D46616B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24C55-A36A-43DE-AD85-A2AA6ECF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F6F11-C010-4E02-8E10-A7BCBCEA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123BB-BC84-4EB1-A110-DC09D2E0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78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CBBB-C597-4FFA-A320-47F402D7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D1577-5209-4F5D-8967-78D3DE288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901C7-A76A-4AAA-B5DC-C8D706160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C49AB-6F48-4F2C-B69E-D7E24816D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EEEF9-31DD-4C27-B8BC-C4D1B866C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DDD4D0-B0BD-47F4-BE64-353E4320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B761C-4D4F-47F2-BF4C-41B25264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B2EE2-CE47-4B96-9A0A-0C483C1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47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53B7-0A43-42F3-8431-8585B08D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643E8-BC21-4008-A68B-54461CFF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4BA30-8DB9-465B-98D8-1CF4D9D0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C574E-731E-4918-ADAD-E75FA641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6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4599B-B763-435B-8C5E-EC01EBA1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FC24A-453E-405C-9737-A93408AE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6FC5-4A30-4735-A2C9-646C2B80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03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CB13-DFF6-455C-BACA-007A3ADC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7514-8773-48B6-8AE8-B34E97882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98253-943A-4E9D-ADFB-E1B59636F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7D8F6-D3B7-4120-82B9-8D0C6CF1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A8286-8480-4E54-AEC0-7CDF8EF1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A883F-2EAD-477D-94F8-75ECEDD2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0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21F5-3CF1-4CD5-B681-E3A7B7DE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4B28A-B61F-4EBB-957B-25BD092F1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7A6C1-FCEF-425A-9A28-9125D41B3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63FFB-25D1-45B4-9A9E-267B1668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3AAA1-3972-4F3E-8D91-62E34283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3457B-65A2-4FF9-A1BB-11CB5928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14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11CD-B153-4D8E-B9E9-79C8FC73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2F41A-22D0-4DA2-9063-2F974EF0E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3E2C8-2E00-427E-A7E0-509BF3FD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C448-BF15-450B-A5E8-06D9171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32389-59D5-4563-AEBD-F801A40F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57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9D589-325A-46DF-8B8F-910C909C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48AEC-9C24-4F54-A88F-1B288028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63E46-2D72-4B48-952B-D041F707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A6E02-078F-4709-AEA0-DB45ACC8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8A8B6-72EB-4CC7-B11D-77040192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08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81DA6-14F4-40EB-B3A7-D9A432C8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E0A16-81D1-4979-8BEE-0D023B38C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E2E92-A8C4-4363-AE5C-2264C46D5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C5BF8-9BCC-4008-8B88-9E967D5D270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13900-2075-44B2-AEDB-64B3EAE87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74D15-E2B2-40BF-A7E6-016000732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3FF27-D343-47BB-9791-1E0A64754D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8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F383BE-936A-4392-8EA8-8B050BC95F5E}"/>
              </a:ext>
            </a:extLst>
          </p:cNvPr>
          <p:cNvSpPr/>
          <p:nvPr/>
        </p:nvSpPr>
        <p:spPr>
          <a:xfrm>
            <a:off x="594358" y="1088968"/>
            <a:ext cx="2019994" cy="5777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은닉 상태</a:t>
            </a:r>
            <a:r>
              <a:rPr lang="en-US" altLang="ko-KR" dirty="0"/>
              <a:t>, </a:t>
            </a:r>
            <a:r>
              <a:rPr lang="ko-KR" altLang="en-US" dirty="0"/>
              <a:t>입력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E0FEED-CBCE-4A6A-95CF-A4A1D5558DAB}"/>
              </a:ext>
            </a:extLst>
          </p:cNvPr>
          <p:cNvSpPr/>
          <p:nvPr/>
        </p:nvSpPr>
        <p:spPr>
          <a:xfrm>
            <a:off x="3136732" y="1138552"/>
            <a:ext cx="2736275" cy="5777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게이트의 가중치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4B902-5663-45AA-862A-126FA447F992}"/>
              </a:ext>
            </a:extLst>
          </p:cNvPr>
          <p:cNvSpPr txBox="1"/>
          <p:nvPr/>
        </p:nvSpPr>
        <p:spPr>
          <a:xfrm>
            <a:off x="4588329" y="300353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리셋 </a:t>
            </a:r>
            <a:r>
              <a:rPr lang="en-US" altLang="ko-KR" dirty="0"/>
              <a:t>: </a:t>
            </a:r>
            <a:r>
              <a:rPr lang="ko-KR" altLang="en-US" dirty="0"/>
              <a:t>업데이트 게이트 </a:t>
            </a:r>
            <a:r>
              <a:rPr lang="ko-KR" altLang="en-US" dirty="0" err="1"/>
              <a:t>적용점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D3FCA-E623-4DC7-9D6E-34C900D9D178}"/>
              </a:ext>
            </a:extLst>
          </p:cNvPr>
          <p:cNvSpPr txBox="1"/>
          <p:nvPr/>
        </p:nvSpPr>
        <p:spPr>
          <a:xfrm>
            <a:off x="2713478" y="1242753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F8A2C-400E-4FEF-B7D2-ADB6F512603C}"/>
              </a:ext>
            </a:extLst>
          </p:cNvPr>
          <p:cNvSpPr txBox="1"/>
          <p:nvPr/>
        </p:nvSpPr>
        <p:spPr>
          <a:xfrm>
            <a:off x="5972425" y="124275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9BFF1-2A79-44DB-A1B5-36D9DD597A0A}"/>
              </a:ext>
            </a:extLst>
          </p:cNvPr>
          <p:cNvSpPr txBox="1"/>
          <p:nvPr/>
        </p:nvSpPr>
        <p:spPr>
          <a:xfrm>
            <a:off x="9130321" y="126947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AA2DBD-0101-4F23-AA52-03B48FF79FEA}"/>
              </a:ext>
            </a:extLst>
          </p:cNvPr>
          <p:cNvSpPr/>
          <p:nvPr/>
        </p:nvSpPr>
        <p:spPr>
          <a:xfrm>
            <a:off x="9675618" y="1138552"/>
            <a:ext cx="1371998" cy="5777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편향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35F04D-F7CB-44D5-82D1-5D391000D0A3}"/>
              </a:ext>
            </a:extLst>
          </p:cNvPr>
          <p:cNvSpPr/>
          <p:nvPr/>
        </p:nvSpPr>
        <p:spPr>
          <a:xfrm>
            <a:off x="6327098" y="1117478"/>
            <a:ext cx="2695702" cy="64482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충격파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Regularization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적용점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F1A1CE-7D76-47FA-B261-3DC111A1D012}"/>
              </a:ext>
            </a:extLst>
          </p:cNvPr>
          <p:cNvSpPr/>
          <p:nvPr/>
        </p:nvSpPr>
        <p:spPr>
          <a:xfrm>
            <a:off x="772811" y="3356373"/>
            <a:ext cx="2190676" cy="1307067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원시 충격파 속도</a:t>
            </a:r>
            <a:r>
              <a:rPr lang="en-US" altLang="ko-KR" dirty="0"/>
              <a:t>:</a:t>
            </a:r>
          </a:p>
          <a:p>
            <a:pPr algn="ctr"/>
            <a:r>
              <a:rPr lang="ko-KR" altLang="en-US" dirty="0"/>
              <a:t>영향력 제어 불가</a:t>
            </a:r>
            <a:endParaRPr lang="en-US" altLang="ko-KR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447991-3C76-464E-9CE8-B2230828F75A}"/>
              </a:ext>
            </a:extLst>
          </p:cNvPr>
          <p:cNvSpPr/>
          <p:nvPr/>
        </p:nvSpPr>
        <p:spPr>
          <a:xfrm>
            <a:off x="4877087" y="3356371"/>
            <a:ext cx="2190676" cy="1307067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충격파에 적용하는 가중치</a:t>
            </a:r>
            <a:endParaRPr lang="en-US" altLang="ko-KR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559FF5-DCEE-4A6D-80C7-41524CDE3C2F}"/>
              </a:ext>
            </a:extLst>
          </p:cNvPr>
          <p:cNvSpPr/>
          <p:nvPr/>
        </p:nvSpPr>
        <p:spPr>
          <a:xfrm>
            <a:off x="8527026" y="3356372"/>
            <a:ext cx="2190676" cy="1307067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 수정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61992-66EA-478E-9FCD-8E706418AF4B}"/>
              </a:ext>
            </a:extLst>
          </p:cNvPr>
          <p:cNvSpPr txBox="1"/>
          <p:nvPr/>
        </p:nvSpPr>
        <p:spPr>
          <a:xfrm>
            <a:off x="5943689" y="5786639"/>
            <a:ext cx="3462520" cy="3794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데이터에 적응한다</a:t>
            </a:r>
            <a:r>
              <a:rPr lang="en-US" altLang="ko-KR" dirty="0"/>
              <a:t>: </a:t>
            </a:r>
            <a:r>
              <a:rPr lang="ko-KR" altLang="en-US" dirty="0"/>
              <a:t>영향력 통제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F9A75FF-A8DC-4BA8-9C4B-88027FFA9F39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2963487" y="4009905"/>
            <a:ext cx="1913600" cy="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12AE27-DF73-4814-B297-2D3C793A432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7067763" y="4009905"/>
            <a:ext cx="14592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EAB91B9-52E3-48F0-8531-DD8B8EAED4CE}"/>
              </a:ext>
            </a:extLst>
          </p:cNvPr>
          <p:cNvCxnSpPr>
            <a:stCxn id="19" idx="0"/>
            <a:endCxn id="15" idx="2"/>
          </p:cNvCxnSpPr>
          <p:nvPr/>
        </p:nvCxnSpPr>
        <p:spPr>
          <a:xfrm rot="16200000" flipV="1">
            <a:off x="6262087" y="4373777"/>
            <a:ext cx="1123201" cy="17025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133FC6A-9A47-41EC-8FA1-72B8B0A02863}"/>
              </a:ext>
            </a:extLst>
          </p:cNvPr>
          <p:cNvCxnSpPr>
            <a:stCxn id="19" idx="0"/>
            <a:endCxn id="16" idx="2"/>
          </p:cNvCxnSpPr>
          <p:nvPr/>
        </p:nvCxnSpPr>
        <p:spPr>
          <a:xfrm rot="5400000" flipH="1" flipV="1">
            <a:off x="8087056" y="4251332"/>
            <a:ext cx="1123200" cy="19474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B62650D-BDA7-4D88-AFDA-BE32E21229D5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3974512" y="-344065"/>
            <a:ext cx="1594075" cy="58068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93F9688-5688-4317-A8C0-4BA18B762807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5400000">
            <a:off x="6026651" y="1708072"/>
            <a:ext cx="1594073" cy="17025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55BC029F-CAF0-4647-A298-2597AEFA26E7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rot="16200000" flipH="1">
            <a:off x="7851619" y="1585627"/>
            <a:ext cx="1594074" cy="19474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44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2</cp:revision>
  <dcterms:created xsi:type="dcterms:W3CDTF">2024-09-10T13:11:41Z</dcterms:created>
  <dcterms:modified xsi:type="dcterms:W3CDTF">2024-09-10T13:13:34Z</dcterms:modified>
</cp:coreProperties>
</file>